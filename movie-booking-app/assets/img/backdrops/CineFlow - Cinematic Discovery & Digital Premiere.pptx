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5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5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5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5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2978" y="377340"/>
            <a:ext cx="12711944" cy="15714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5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9.jpg"/><Relationship Id="rId7" Type="http://schemas.openxmlformats.org/officeDocument/2006/relationships/image" Target="../media/image10.jpg"/><Relationship Id="rId8" Type="http://schemas.openxmlformats.org/officeDocument/2006/relationships/image" Target="../media/image11.jpg"/><Relationship Id="rId9" Type="http://schemas.openxmlformats.org/officeDocument/2006/relationships/image" Target="../media/image12.jpg"/><Relationship Id="rId10" Type="http://schemas.openxmlformats.org/officeDocument/2006/relationships/image" Target="../media/image13.jpg"/><Relationship Id="rId11" Type="http://schemas.openxmlformats.org/officeDocument/2006/relationships/image" Target="../media/image14.jpg"/><Relationship Id="rId12" Type="http://schemas.openxmlformats.org/officeDocument/2006/relationships/image" Target="../media/image15.jpg"/><Relationship Id="rId13" Type="http://schemas.openxmlformats.org/officeDocument/2006/relationships/image" Target="../media/image16.jpg"/><Relationship Id="rId14" Type="http://schemas.openxmlformats.org/officeDocument/2006/relationships/image" Target="../media/image17.jpg"/><Relationship Id="rId15" Type="http://schemas.openxmlformats.org/officeDocument/2006/relationships/image" Target="../media/image18.jpg"/><Relationship Id="rId16" Type="http://schemas.openxmlformats.org/officeDocument/2006/relationships/image" Target="../media/image19.jpg"/><Relationship Id="rId17" Type="http://schemas.openxmlformats.org/officeDocument/2006/relationships/image" Target="../media/image20.jpg"/><Relationship Id="rId18" Type="http://schemas.openxmlformats.org/officeDocument/2006/relationships/image" Target="../media/image21.jpg"/><Relationship Id="rId19" Type="http://schemas.openxmlformats.org/officeDocument/2006/relationships/image" Target="../media/image22.jpg"/><Relationship Id="rId20" Type="http://schemas.openxmlformats.org/officeDocument/2006/relationships/image" Target="../media/image23.jpg"/><Relationship Id="rId21" Type="http://schemas.openxmlformats.org/officeDocument/2006/relationships/image" Target="../media/image2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5" Type="http://schemas.openxmlformats.org/officeDocument/2006/relationships/image" Target="../media/image2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Relationship Id="rId4" Type="http://schemas.openxmlformats.org/officeDocument/2006/relationships/image" Target="../media/image32.jpg"/><Relationship Id="rId5" Type="http://schemas.openxmlformats.org/officeDocument/2006/relationships/image" Target="../media/image33.jpg"/><Relationship Id="rId6" Type="http://schemas.openxmlformats.org/officeDocument/2006/relationships/image" Target="../media/image3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Relationship Id="rId4" Type="http://schemas.openxmlformats.org/officeDocument/2006/relationships/image" Target="../media/image37.jpg"/><Relationship Id="rId5" Type="http://schemas.openxmlformats.org/officeDocument/2006/relationships/image" Target="../media/image38.jpg"/><Relationship Id="rId6" Type="http://schemas.openxmlformats.org/officeDocument/2006/relationships/image" Target="../media/image39.png"/><Relationship Id="rId7" Type="http://schemas.openxmlformats.org/officeDocument/2006/relationships/image" Target="../media/image40.jpg"/><Relationship Id="rId8" Type="http://schemas.openxmlformats.org/officeDocument/2006/relationships/image" Target="../media/image41.png"/><Relationship Id="rId9" Type="http://schemas.openxmlformats.org/officeDocument/2006/relationships/image" Target="../media/image42.jpg"/><Relationship Id="rId10" Type="http://schemas.openxmlformats.org/officeDocument/2006/relationships/image" Target="../media/image43.jpg"/><Relationship Id="rId11" Type="http://schemas.openxmlformats.org/officeDocument/2006/relationships/image" Target="../media/image44.jpg"/><Relationship Id="rId12" Type="http://schemas.openxmlformats.org/officeDocument/2006/relationships/image" Target="../media/image45.png"/><Relationship Id="rId13" Type="http://schemas.openxmlformats.org/officeDocument/2006/relationships/image" Target="../media/image4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jpg"/><Relationship Id="rId3" Type="http://schemas.openxmlformats.org/officeDocument/2006/relationships/image" Target="../media/image48.jpg"/><Relationship Id="rId4" Type="http://schemas.openxmlformats.org/officeDocument/2006/relationships/image" Target="../media/image49.jpg"/><Relationship Id="rId5" Type="http://schemas.openxmlformats.org/officeDocument/2006/relationships/image" Target="../media/image50.jpg"/><Relationship Id="rId6" Type="http://schemas.openxmlformats.org/officeDocument/2006/relationships/image" Target="../media/image5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jpg"/><Relationship Id="rId6" Type="http://schemas.openxmlformats.org/officeDocument/2006/relationships/image" Target="../media/image56.jp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jpg"/><Relationship Id="rId7" Type="http://schemas.openxmlformats.org/officeDocument/2006/relationships/image" Target="../media/image65.png"/><Relationship Id="rId8" Type="http://schemas.openxmlformats.org/officeDocument/2006/relationships/image" Target="../media/image66.jpg"/><Relationship Id="rId9" Type="http://schemas.openxmlformats.org/officeDocument/2006/relationships/image" Target="../media/image67.png"/><Relationship Id="rId10" Type="http://schemas.openxmlformats.org/officeDocument/2006/relationships/image" Target="../media/image68.jpg"/><Relationship Id="rId11" Type="http://schemas.openxmlformats.org/officeDocument/2006/relationships/image" Target="../media/image69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0.jpg"/><Relationship Id="rId3" Type="http://schemas.openxmlformats.org/officeDocument/2006/relationships/image" Target="../media/image7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601863" y="3800931"/>
            <a:ext cx="4924425" cy="918844"/>
          </a:xfrm>
          <a:custGeom>
            <a:avLst/>
            <a:gdLst/>
            <a:ahLst/>
            <a:cxnLst/>
            <a:rect l="l" t="t" r="r" b="b"/>
            <a:pathLst>
              <a:path w="4924425" h="918845">
                <a:moveTo>
                  <a:pt x="4923934" y="918820"/>
                </a:moveTo>
                <a:lnTo>
                  <a:pt x="0" y="918820"/>
                </a:lnTo>
                <a:lnTo>
                  <a:pt x="0" y="0"/>
                </a:lnTo>
                <a:lnTo>
                  <a:pt x="4923934" y="0"/>
                </a:lnTo>
                <a:lnTo>
                  <a:pt x="4923934" y="91882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66601" y="3407353"/>
            <a:ext cx="4857115" cy="15570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50" spc="-200">
                <a:latin typeface="Times New Roman"/>
                <a:cs typeface="Times New Roman"/>
              </a:rPr>
              <a:t>CineFlow</a:t>
            </a:r>
            <a:endParaRPr sz="10050">
              <a:latin typeface="Times New Roman"/>
              <a:cs typeface="Times New Roman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6612363" y="5418683"/>
            <a:ext cx="6942455" cy="377190"/>
            <a:chOff x="6612363" y="5418683"/>
            <a:chExt cx="6942455" cy="37719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12363" y="5418683"/>
              <a:ext cx="6942197" cy="37695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12363" y="5418683"/>
              <a:ext cx="6942197" cy="376951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4523422" y="6643776"/>
            <a:ext cx="11046460" cy="322580"/>
          </a:xfrm>
          <a:prstGeom prst="rect">
            <a:avLst/>
          </a:prstGeom>
          <a:solidFill>
            <a:srgbClr val="1A1A1A"/>
          </a:solidFill>
        </p:spPr>
        <p:txBody>
          <a:bodyPr wrap="square" lIns="0" tIns="0" rIns="0" bIns="0" rtlCol="0" vert="horz">
            <a:spAutoFit/>
          </a:bodyPr>
          <a:lstStyle/>
          <a:p>
            <a:pPr marL="15875">
              <a:lnSpc>
                <a:spcPts val="2405"/>
              </a:lnSpc>
              <a:tabLst>
                <a:tab pos="1765935" algn="l"/>
                <a:tab pos="4188460" algn="l"/>
                <a:tab pos="7000240" algn="l"/>
              </a:tabLst>
            </a:pPr>
            <a:r>
              <a:rPr dirty="0" sz="2450">
                <a:solidFill>
                  <a:srgbClr val="E6E6E6"/>
                </a:solidFill>
                <a:latin typeface="Arial MT"/>
                <a:cs typeface="Arial MT"/>
              </a:rPr>
              <a:t>A</a:t>
            </a:r>
            <a:r>
              <a:rPr dirty="0" sz="2450" spc="9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450" spc="85">
                <a:solidFill>
                  <a:srgbClr val="EFEFEF"/>
                </a:solidFill>
                <a:latin typeface="Arial MT"/>
                <a:cs typeface="Arial MT"/>
              </a:rPr>
              <a:t>premium</a:t>
            </a:r>
            <a:r>
              <a:rPr dirty="0" sz="2450">
                <a:solidFill>
                  <a:srgbClr val="EFEFEF"/>
                </a:solidFill>
                <a:latin typeface="Arial MT"/>
                <a:cs typeface="Arial MT"/>
              </a:rPr>
              <a:t>	</a:t>
            </a:r>
            <a:r>
              <a:rPr dirty="0" sz="2450" spc="55">
                <a:solidFill>
                  <a:srgbClr val="EDEDED"/>
                </a:solidFill>
                <a:latin typeface="Arial MT"/>
                <a:cs typeface="Arial MT"/>
              </a:rPr>
              <a:t>web</a:t>
            </a:r>
            <a:r>
              <a:rPr dirty="0" sz="2450" spc="204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EFEFEF"/>
                </a:solidFill>
                <a:latin typeface="Arial MT"/>
                <a:cs typeface="Arial MT"/>
              </a:rPr>
              <a:t>application</a:t>
            </a:r>
            <a:r>
              <a:rPr dirty="0" sz="2450">
                <a:solidFill>
                  <a:srgbClr val="EFEFEF"/>
                </a:solidFill>
                <a:latin typeface="Arial MT"/>
                <a:cs typeface="Arial MT"/>
              </a:rPr>
              <a:t>	</a:t>
            </a:r>
            <a:r>
              <a:rPr dirty="0" sz="2450" spc="80">
                <a:solidFill>
                  <a:srgbClr val="EFEFEF"/>
                </a:solidFill>
                <a:latin typeface="Arial MT"/>
                <a:cs typeface="Arial MT"/>
              </a:rPr>
              <a:t>bridging</a:t>
            </a:r>
            <a:r>
              <a:rPr dirty="0" sz="2450" spc="225">
                <a:solidFill>
                  <a:srgbClr val="EFEFEF"/>
                </a:solidFill>
                <a:latin typeface="Arial MT"/>
                <a:cs typeface="Arial MT"/>
              </a:rPr>
              <a:t> </a:t>
            </a:r>
            <a:r>
              <a:rPr dirty="0" sz="2450" spc="55">
                <a:solidFill>
                  <a:srgbClr val="EBEBEB"/>
                </a:solidFill>
                <a:latin typeface="Arial MT"/>
                <a:cs typeface="Arial MT"/>
              </a:rPr>
              <a:t>theatrical</a:t>
            </a:r>
            <a:r>
              <a:rPr dirty="0" sz="2450">
                <a:solidFill>
                  <a:srgbClr val="EBEBEB"/>
                </a:solidFill>
                <a:latin typeface="Arial MT"/>
                <a:cs typeface="Arial MT"/>
              </a:rPr>
              <a:t>	</a:t>
            </a:r>
            <a:r>
              <a:rPr dirty="0" sz="2450" spc="65">
                <a:solidFill>
                  <a:srgbClr val="EBEBEB"/>
                </a:solidFill>
                <a:latin typeface="Arial MT"/>
                <a:cs typeface="Arial MT"/>
              </a:rPr>
              <a:t>booking</a:t>
            </a:r>
            <a:r>
              <a:rPr dirty="0" sz="2450" spc="335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EBEBEB"/>
                </a:solidFill>
                <a:latin typeface="Arial MT"/>
                <a:cs typeface="Arial MT"/>
              </a:rPr>
              <a:t>and</a:t>
            </a:r>
            <a:r>
              <a:rPr dirty="0" sz="2450" spc="22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dirty="0" sz="2450" spc="50">
                <a:solidFill>
                  <a:srgbClr val="EFEFEF"/>
                </a:solidFill>
                <a:latin typeface="Arial MT"/>
                <a:cs typeface="Arial MT"/>
              </a:rPr>
              <a:t>digital</a:t>
            </a:r>
            <a:r>
              <a:rPr dirty="0" sz="2450" spc="290">
                <a:solidFill>
                  <a:srgbClr val="EFEFEF"/>
                </a:solidFill>
                <a:latin typeface="Arial MT"/>
                <a:cs typeface="Arial MT"/>
              </a:rPr>
              <a:t> </a:t>
            </a:r>
            <a:r>
              <a:rPr dirty="0" sz="2450" spc="65">
                <a:solidFill>
                  <a:srgbClr val="F2F2F2"/>
                </a:solidFill>
                <a:latin typeface="Arial MT"/>
                <a:cs typeface="Arial MT"/>
              </a:rPr>
              <a:t>rental</a:t>
            </a:r>
            <a:r>
              <a:rPr dirty="0" sz="2450" spc="-40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EDEDED"/>
                </a:solidFill>
                <a:latin typeface="Arial MT"/>
                <a:cs typeface="Arial MT"/>
              </a:rPr>
              <a:t>s.</a:t>
            </a:r>
            <a:endParaRPr sz="2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3156972"/>
            <a:ext cx="20088393" cy="6282531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706" y="1146561"/>
            <a:ext cx="20080605" cy="762000"/>
          </a:xfrm>
          <a:custGeom>
            <a:avLst/>
            <a:gdLst/>
            <a:ahLst/>
            <a:cxnLst/>
            <a:rect l="l" t="t" r="r" b="b"/>
            <a:pathLst>
              <a:path w="20080605" h="762000">
                <a:moveTo>
                  <a:pt x="20080541" y="761756"/>
                </a:moveTo>
                <a:lnTo>
                  <a:pt x="0" y="76175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761756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98922" rIns="0" bIns="0" rtlCol="0" vert="horz">
            <a:spAutoFit/>
          </a:bodyPr>
          <a:lstStyle/>
          <a:p>
            <a:pPr marL="36195">
              <a:lnSpc>
                <a:spcPct val="100000"/>
              </a:lnSpc>
              <a:spcBef>
                <a:spcPts val="105"/>
              </a:spcBef>
            </a:pPr>
            <a:r>
              <a:rPr dirty="0" sz="6950" spc="-165">
                <a:latin typeface="Times New Roman"/>
                <a:cs typeface="Times New Roman"/>
              </a:rPr>
              <a:t>The</a:t>
            </a:r>
            <a:r>
              <a:rPr dirty="0" sz="6950" spc="-270">
                <a:latin typeface="Times New Roman"/>
                <a:cs typeface="Times New Roman"/>
              </a:rPr>
              <a:t> </a:t>
            </a:r>
            <a:r>
              <a:rPr dirty="0" sz="6950">
                <a:latin typeface="Times New Roman"/>
                <a:cs typeface="Times New Roman"/>
              </a:rPr>
              <a:t>Entertainment</a:t>
            </a:r>
            <a:r>
              <a:rPr dirty="0" sz="6950" spc="-100">
                <a:latin typeface="Times New Roman"/>
                <a:cs typeface="Times New Roman"/>
              </a:rPr>
              <a:t> </a:t>
            </a:r>
            <a:r>
              <a:rPr dirty="0" sz="6950" spc="-335">
                <a:latin typeface="Times New Roman"/>
                <a:cs typeface="Times New Roman"/>
              </a:rPr>
              <a:t>Gap</a:t>
            </a:r>
            <a:endParaRPr sz="6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706" y="879554"/>
            <a:ext cx="20080605" cy="636270"/>
          </a:xfrm>
          <a:custGeom>
            <a:avLst/>
            <a:gdLst/>
            <a:ahLst/>
            <a:cxnLst/>
            <a:rect l="l" t="t" r="r" b="b"/>
            <a:pathLst>
              <a:path w="20080605" h="636269">
                <a:moveTo>
                  <a:pt x="20080541" y="636106"/>
                </a:moveTo>
                <a:lnTo>
                  <a:pt x="0" y="63610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36106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33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700" spc="-150"/>
              <a:t>Fortified</a:t>
            </a:r>
            <a:r>
              <a:rPr dirty="0" sz="6700" spc="-220"/>
              <a:t> </a:t>
            </a:r>
            <a:r>
              <a:rPr dirty="0" sz="6700" spc="-150"/>
              <a:t>Access</a:t>
            </a:r>
            <a:r>
              <a:rPr dirty="0" sz="6700" spc="-175"/>
              <a:t> </a:t>
            </a:r>
            <a:r>
              <a:rPr dirty="0" sz="6700" spc="-90"/>
              <a:t>Control</a:t>
            </a:r>
            <a:endParaRPr sz="6700"/>
          </a:p>
        </p:txBody>
      </p:sp>
      <p:sp>
        <p:nvSpPr>
          <p:cNvPr id="4" name="object 4" descr=""/>
          <p:cNvSpPr/>
          <p:nvPr/>
        </p:nvSpPr>
        <p:spPr>
          <a:xfrm>
            <a:off x="15706" y="3062733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15706" y="3565336"/>
            <a:ext cx="20080605" cy="6039485"/>
            <a:chOff x="15706" y="3565336"/>
            <a:chExt cx="20080605" cy="603948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52424" y="8182997"/>
              <a:ext cx="3777371" cy="887407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69711" y="8347913"/>
              <a:ext cx="133503" cy="62825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30024" y="7311295"/>
              <a:ext cx="2450187" cy="455483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834718" y="7821751"/>
              <a:ext cx="2638663" cy="565427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250936" y="8402885"/>
              <a:ext cx="2387361" cy="306273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685417" y="8709159"/>
              <a:ext cx="1892612" cy="887407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198521" y="3863756"/>
              <a:ext cx="4287827" cy="738197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960277" y="4625513"/>
              <a:ext cx="2395215" cy="557574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889598" y="8096612"/>
              <a:ext cx="730344" cy="549721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965483" y="7405534"/>
              <a:ext cx="2277417" cy="227741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533559" y="7955255"/>
              <a:ext cx="2010409" cy="267007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920920" y="7648981"/>
              <a:ext cx="1225093" cy="471189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02045" y="4492010"/>
              <a:ext cx="196329" cy="180622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02045" y="6879371"/>
              <a:ext cx="196329" cy="180622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617477" y="7798192"/>
              <a:ext cx="903113" cy="243448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460414" y="8057346"/>
              <a:ext cx="801022" cy="698931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379234" y="8717012"/>
              <a:ext cx="2740754" cy="227741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3476028" y="4766870"/>
              <a:ext cx="746050" cy="424070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4496940" y="8324353"/>
              <a:ext cx="141356" cy="573280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6954980" y="8465711"/>
              <a:ext cx="2191032" cy="447630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15706" y="3565336"/>
              <a:ext cx="20080605" cy="6039485"/>
            </a:xfrm>
            <a:custGeom>
              <a:avLst/>
              <a:gdLst/>
              <a:ahLst/>
              <a:cxnLst/>
              <a:rect l="l" t="t" r="r" b="b"/>
              <a:pathLst>
                <a:path w="20080605" h="6039484">
                  <a:moveTo>
                    <a:pt x="20080541" y="6039083"/>
                  </a:moveTo>
                  <a:lnTo>
                    <a:pt x="0" y="6039083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6039083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1570218" y="2813922"/>
            <a:ext cx="7199630" cy="6731000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75"/>
              </a:spcBef>
              <a:tabLst>
                <a:tab pos="487045" algn="l"/>
              </a:tabLst>
            </a:pPr>
            <a:r>
              <a:rPr dirty="0" sz="2700" spc="-50">
                <a:solidFill>
                  <a:srgbClr val="B5B5B5"/>
                </a:solidFill>
                <a:latin typeface="Arial MT"/>
                <a:cs typeface="Arial MT"/>
              </a:rPr>
              <a:t>+</a:t>
            </a:r>
            <a:r>
              <a:rPr dirty="0" sz="2700">
                <a:solidFill>
                  <a:srgbClr val="B5B5B5"/>
                </a:solidFill>
                <a:latin typeface="Arial MT"/>
                <a:cs typeface="Arial MT"/>
              </a:rPr>
              <a:t>	</a:t>
            </a:r>
            <a:r>
              <a:rPr dirty="0" sz="2700">
                <a:solidFill>
                  <a:srgbClr val="BFBFBF"/>
                </a:solidFill>
                <a:latin typeface="Arial MT"/>
                <a:cs typeface="Arial MT"/>
              </a:rPr>
              <a:t>Secure</a:t>
            </a:r>
            <a:r>
              <a:rPr dirty="0" sz="2700" spc="40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C6C6C6"/>
                </a:solidFill>
                <a:latin typeface="Arial MT"/>
                <a:cs typeface="Arial MT"/>
              </a:rPr>
              <a:t>Auth:</a:t>
            </a:r>
            <a:r>
              <a:rPr dirty="0" sz="2700" spc="-55">
                <a:solidFill>
                  <a:srgbClr val="C6C6C6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BFBFBF"/>
                </a:solidFill>
                <a:latin typeface="Arial MT"/>
                <a:cs typeface="Arial MT"/>
              </a:rPr>
              <a:t>Industry-</a:t>
            </a:r>
            <a:r>
              <a:rPr dirty="0" sz="2700">
                <a:solidFill>
                  <a:srgbClr val="BFBFBF"/>
                </a:solidFill>
                <a:latin typeface="Arial MT"/>
                <a:cs typeface="Arial MT"/>
              </a:rPr>
              <a:t>standard</a:t>
            </a:r>
            <a:r>
              <a:rPr dirty="0" sz="2700" spc="-110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C1C1C1"/>
                </a:solidFill>
                <a:latin typeface="Arial MT"/>
                <a:cs typeface="Arial MT"/>
              </a:rPr>
              <a:t>password</a:t>
            </a:r>
            <a:endParaRPr sz="2700">
              <a:latin typeface="Arial MT"/>
              <a:cs typeface="Arial MT"/>
            </a:endParaRPr>
          </a:p>
          <a:p>
            <a:pPr marL="490220">
              <a:lnSpc>
                <a:spcPct val="100000"/>
              </a:lnSpc>
              <a:spcBef>
                <a:spcPts val="965"/>
              </a:spcBef>
              <a:tabLst>
                <a:tab pos="3954779" algn="l"/>
                <a:tab pos="5210175" algn="l"/>
              </a:tabLst>
            </a:pPr>
            <a:r>
              <a:rPr dirty="0" sz="2450" spc="55">
                <a:solidFill>
                  <a:srgbClr val="BFBFBF"/>
                </a:solidFill>
                <a:latin typeface="Arial MT"/>
                <a:cs typeface="Arial MT"/>
              </a:rPr>
              <a:t>hashing</a:t>
            </a:r>
            <a:r>
              <a:rPr dirty="0" sz="2450" spc="260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2450" spc="75">
                <a:solidFill>
                  <a:srgbClr val="BFBFBF"/>
                </a:solidFill>
                <a:latin typeface="Arial MT"/>
                <a:cs typeface="Arial MT"/>
              </a:rPr>
              <a:t>using</a:t>
            </a:r>
            <a:r>
              <a:rPr dirty="0" sz="2450" spc="215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BFBFBF"/>
                </a:solidFill>
                <a:latin typeface="Arial MT"/>
                <a:cs typeface="Arial MT"/>
              </a:rPr>
              <a:t>PH</a:t>
            </a:r>
            <a:r>
              <a:rPr dirty="0" sz="2450" spc="-10">
                <a:solidFill>
                  <a:srgbClr val="B5B5B5"/>
                </a:solidFill>
                <a:latin typeface="Arial MT"/>
                <a:cs typeface="Arial MT"/>
              </a:rPr>
              <a:t>P's</a:t>
            </a:r>
            <a:r>
              <a:rPr dirty="0" sz="2450">
                <a:solidFill>
                  <a:srgbClr val="B5B5B5"/>
                </a:solidFill>
                <a:latin typeface="Arial MT"/>
                <a:cs typeface="Arial MT"/>
              </a:rPr>
              <a:t>	</a:t>
            </a:r>
            <a:r>
              <a:rPr dirty="0" sz="2450" spc="-465">
                <a:solidFill>
                  <a:srgbClr val="BDBDBD"/>
                </a:solidFill>
                <a:latin typeface="Arial MT"/>
                <a:cs typeface="Arial MT"/>
              </a:rPr>
              <a:t>a</a:t>
            </a:r>
            <a:r>
              <a:rPr dirty="0" sz="2450" spc="-325">
                <a:solidFill>
                  <a:srgbClr val="BDBDBD"/>
                </a:solidFill>
                <a:latin typeface="Arial MT"/>
                <a:cs typeface="Arial MT"/>
              </a:rPr>
              <a:t> </a:t>
            </a:r>
            <a:r>
              <a:rPr dirty="0" sz="2450" spc="-335">
                <a:solidFill>
                  <a:srgbClr val="A3A3A3"/>
                </a:solidFill>
                <a:latin typeface="Arial MT"/>
                <a:cs typeface="Arial MT"/>
              </a:rPr>
              <a:t>s</a:t>
            </a:r>
            <a:r>
              <a:rPr dirty="0" sz="2450" spc="-330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2450" spc="-245">
                <a:solidFill>
                  <a:srgbClr val="ACACAC"/>
                </a:solidFill>
                <a:latin typeface="Arial MT"/>
                <a:cs typeface="Arial MT"/>
              </a:rPr>
              <a:t>s.‘.o</a:t>
            </a:r>
            <a:r>
              <a:rPr dirty="0" sz="2450" spc="-29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AAAAAA"/>
                </a:solidFill>
                <a:latin typeface="Arial MT"/>
                <a:cs typeface="Arial MT"/>
              </a:rPr>
              <a:t>r</a:t>
            </a:r>
            <a:r>
              <a:rPr dirty="0" sz="2450" spc="-27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450" spc="-459">
                <a:solidFill>
                  <a:srgbClr val="ACACAC"/>
                </a:solidFill>
                <a:latin typeface="Arial MT"/>
                <a:cs typeface="Arial MT"/>
              </a:rPr>
              <a:t>d</a:t>
            </a:r>
            <a:r>
              <a:rPr dirty="0" sz="2450">
                <a:solidFill>
                  <a:srgbClr val="ACACAC"/>
                </a:solidFill>
                <a:latin typeface="Arial MT"/>
                <a:cs typeface="Arial MT"/>
              </a:rPr>
              <a:t>	</a:t>
            </a:r>
            <a:r>
              <a:rPr dirty="0" sz="2450" spc="-120">
                <a:solidFill>
                  <a:srgbClr val="A8A8A8"/>
                </a:solidFill>
                <a:latin typeface="Arial MT"/>
                <a:cs typeface="Arial MT"/>
              </a:rPr>
              <a:t>ll</a:t>
            </a:r>
            <a:r>
              <a:rPr dirty="0" sz="2450" spc="-120">
                <a:solidFill>
                  <a:srgbClr val="B3B3B3"/>
                </a:solidFill>
                <a:latin typeface="Arial MT"/>
                <a:cs typeface="Arial MT"/>
              </a:rPr>
              <a:t>a</a:t>
            </a:r>
            <a:r>
              <a:rPr dirty="0" sz="2450" spc="-320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2450" spc="-335">
                <a:solidFill>
                  <a:srgbClr val="A8A8A8"/>
                </a:solidFill>
                <a:latin typeface="Arial MT"/>
                <a:cs typeface="Arial MT"/>
              </a:rPr>
              <a:t>s</a:t>
            </a:r>
            <a:r>
              <a:rPr dirty="0" sz="2450" spc="-340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AEAEAE"/>
                </a:solidFill>
                <a:latin typeface="Arial MT"/>
                <a:cs typeface="Arial MT"/>
              </a:rPr>
              <a:t>ll(</a:t>
            </a:r>
            <a:r>
              <a:rPr dirty="0" sz="2450" spc="-45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2450" spc="-50">
                <a:solidFill>
                  <a:srgbClr val="AFAFAF"/>
                </a:solidFill>
                <a:latin typeface="Arial MT"/>
                <a:cs typeface="Arial MT"/>
              </a:rPr>
              <a:t>)</a:t>
            </a:r>
            <a:endParaRPr sz="2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50">
              <a:latin typeface="Arial MT"/>
              <a:cs typeface="Arial MT"/>
            </a:endParaRPr>
          </a:p>
          <a:p>
            <a:pPr marL="483870" marR="15240" indent="6350">
              <a:lnSpc>
                <a:spcPct val="122900"/>
              </a:lnSpc>
              <a:tabLst>
                <a:tab pos="1094105" algn="l"/>
                <a:tab pos="1894839" algn="l"/>
                <a:tab pos="3575685" algn="l"/>
                <a:tab pos="3653790" algn="l"/>
                <a:tab pos="5402580" algn="l"/>
                <a:tab pos="5890895" algn="l"/>
              </a:tabLst>
            </a:pPr>
            <a:r>
              <a:rPr dirty="0" sz="2800" spc="90">
                <a:solidFill>
                  <a:srgbClr val="C1C1C1"/>
                </a:solidFill>
                <a:latin typeface="Calibri"/>
                <a:cs typeface="Calibri"/>
              </a:rPr>
              <a:t>SMTP</a:t>
            </a:r>
            <a:r>
              <a:rPr dirty="0" sz="2800" spc="145">
                <a:solidFill>
                  <a:srgbClr val="C1C1C1"/>
                </a:solidFill>
                <a:latin typeface="Calibri"/>
                <a:cs typeface="Calibri"/>
              </a:rPr>
              <a:t> </a:t>
            </a:r>
            <a:r>
              <a:rPr dirty="0" sz="2800" spc="55">
                <a:solidFill>
                  <a:srgbClr val="C1C1C1"/>
                </a:solidFill>
                <a:latin typeface="Calibri"/>
                <a:cs typeface="Calibri"/>
              </a:rPr>
              <a:t>OTP</a:t>
            </a:r>
            <a:r>
              <a:rPr dirty="0" sz="2800" spc="155">
                <a:solidFill>
                  <a:srgbClr val="C1C1C1"/>
                </a:solidFill>
                <a:latin typeface="Calibri"/>
                <a:cs typeface="Calibri"/>
              </a:rPr>
              <a:t> </a:t>
            </a:r>
            <a:r>
              <a:rPr dirty="0" sz="2800" spc="85">
                <a:solidFill>
                  <a:srgbClr val="C6C6C6"/>
                </a:solidFill>
                <a:latin typeface="Calibri"/>
                <a:cs typeface="Calibri"/>
              </a:rPr>
              <a:t>System:</a:t>
            </a:r>
            <a:r>
              <a:rPr dirty="0" sz="2800" spc="305">
                <a:solidFill>
                  <a:srgbClr val="C6C6C6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C1C1C1"/>
                </a:solidFill>
                <a:latin typeface="Calibri"/>
                <a:cs typeface="Calibri"/>
              </a:rPr>
              <a:t>Powered</a:t>
            </a:r>
            <a:r>
              <a:rPr dirty="0" sz="2800" spc="260">
                <a:solidFill>
                  <a:srgbClr val="C1C1C1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BDBDBD"/>
                </a:solidFill>
                <a:latin typeface="Calibri"/>
                <a:cs typeface="Calibri"/>
              </a:rPr>
              <a:t>by</a:t>
            </a:r>
            <a:r>
              <a:rPr dirty="0" sz="2800" spc="240">
                <a:solidFill>
                  <a:srgbClr val="BDBDBD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C8C8C8"/>
                </a:solidFill>
                <a:latin typeface="Calibri"/>
                <a:cs typeface="Calibri"/>
              </a:rPr>
              <a:t>Brevo/Gmail </a:t>
            </a:r>
            <a:r>
              <a:rPr dirty="0" sz="2450" spc="-25">
                <a:solidFill>
                  <a:srgbClr val="BABABA"/>
                </a:solidFill>
                <a:latin typeface="Calibri"/>
                <a:cs typeface="Calibri"/>
              </a:rPr>
              <a:t>VÏä</a:t>
            </a:r>
            <a:r>
              <a:rPr dirty="0" sz="2450">
                <a:solidFill>
                  <a:srgbClr val="BABABA"/>
                </a:solidFill>
                <a:latin typeface="Calibri"/>
                <a:cs typeface="Calibri"/>
              </a:rPr>
              <a:t>	</a:t>
            </a:r>
            <a:r>
              <a:rPr dirty="0" sz="2450" spc="-425">
                <a:solidFill>
                  <a:srgbClr val="B3B3B3"/>
                </a:solidFill>
                <a:latin typeface="Calibri"/>
                <a:cs typeface="Calibri"/>
              </a:rPr>
              <a:t>ma</a:t>
            </a:r>
            <a:r>
              <a:rPr dirty="0" sz="2450" spc="-250">
                <a:solidFill>
                  <a:srgbClr val="B3B3B3"/>
                </a:solidFill>
                <a:latin typeface="Calibri"/>
                <a:cs typeface="Calibri"/>
              </a:rPr>
              <a:t> </a:t>
            </a:r>
            <a:r>
              <a:rPr dirty="0" sz="2450" spc="-25">
                <a:solidFill>
                  <a:srgbClr val="B3B3B3"/>
                </a:solidFill>
                <a:latin typeface="Calibri"/>
                <a:cs typeface="Calibri"/>
              </a:rPr>
              <a:t>it</a:t>
            </a:r>
            <a:r>
              <a:rPr dirty="0" sz="2450">
                <a:solidFill>
                  <a:srgbClr val="B3B3B3"/>
                </a:solidFill>
                <a:latin typeface="Calibri"/>
                <a:cs typeface="Calibri"/>
              </a:rPr>
              <a:t>	</a:t>
            </a:r>
            <a:r>
              <a:rPr dirty="0" sz="2450" spc="-150">
                <a:solidFill>
                  <a:srgbClr val="B3B3B3"/>
                </a:solidFill>
                <a:latin typeface="Calibri"/>
                <a:cs typeface="Calibri"/>
              </a:rPr>
              <a:t>heh</a:t>
            </a:r>
            <a:r>
              <a:rPr dirty="0" sz="2450" spc="-254">
                <a:solidFill>
                  <a:srgbClr val="B3B3B3"/>
                </a:solidFill>
                <a:latin typeface="Calibri"/>
                <a:cs typeface="Calibri"/>
              </a:rPr>
              <a:t> </a:t>
            </a:r>
            <a:r>
              <a:rPr dirty="0" sz="2450" spc="-365">
                <a:solidFill>
                  <a:srgbClr val="A3A3A3"/>
                </a:solidFill>
                <a:latin typeface="Calibri"/>
                <a:cs typeface="Calibri"/>
              </a:rPr>
              <a:t>p</a:t>
            </a:r>
            <a:r>
              <a:rPr dirty="0" sz="2450" spc="-250">
                <a:solidFill>
                  <a:srgbClr val="A3A3A3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A7A7A7"/>
                </a:solidFill>
                <a:latin typeface="Calibri"/>
                <a:cs typeface="Calibri"/>
              </a:rPr>
              <a:t>er</a:t>
            </a:r>
            <a:r>
              <a:rPr dirty="0" sz="2450" spc="-15">
                <a:solidFill>
                  <a:srgbClr val="A7A7A7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B1B1B1"/>
                </a:solidFill>
                <a:latin typeface="Calibri"/>
                <a:cs typeface="Calibri"/>
              </a:rPr>
              <a:t>.</a:t>
            </a:r>
            <a:r>
              <a:rPr dirty="0" sz="2450" spc="-80">
                <a:solidFill>
                  <a:srgbClr val="B1B1B1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A3A3A3"/>
                </a:solidFill>
                <a:latin typeface="Calibri"/>
                <a:cs typeface="Calibri"/>
              </a:rPr>
              <a:t>p</a:t>
            </a:r>
            <a:r>
              <a:rPr dirty="0" sz="2450" spc="-20">
                <a:solidFill>
                  <a:srgbClr val="AEAEAE"/>
                </a:solidFill>
                <a:latin typeface="Calibri"/>
                <a:cs typeface="Calibri"/>
              </a:rPr>
              <a:t>Il</a:t>
            </a:r>
            <a:r>
              <a:rPr dirty="0" sz="2450" spc="-20">
                <a:solidFill>
                  <a:srgbClr val="A3A3A3"/>
                </a:solidFill>
                <a:latin typeface="Calibri"/>
                <a:cs typeface="Calibri"/>
              </a:rPr>
              <a:t>p</a:t>
            </a:r>
            <a:r>
              <a:rPr dirty="0" sz="2450">
                <a:solidFill>
                  <a:srgbClr val="A3A3A3"/>
                </a:solidFill>
                <a:latin typeface="Calibri"/>
                <a:cs typeface="Calibri"/>
              </a:rPr>
              <a:t>	</a:t>
            </a:r>
            <a:r>
              <a:rPr dirty="0" sz="2450">
                <a:solidFill>
                  <a:srgbClr val="CCCCCC"/>
                </a:solidFill>
                <a:latin typeface="Calibri"/>
                <a:cs typeface="Calibri"/>
              </a:rPr>
              <a:t>.</a:t>
            </a:r>
            <a:r>
              <a:rPr dirty="0" sz="2450" spc="355">
                <a:solidFill>
                  <a:srgbClr val="CCCCCC"/>
                </a:solidFill>
                <a:latin typeface="Calibri"/>
                <a:cs typeface="Calibri"/>
              </a:rPr>
              <a:t> </a:t>
            </a:r>
            <a:r>
              <a:rPr dirty="0" sz="2450" spc="125">
                <a:solidFill>
                  <a:srgbClr val="C4C4C4"/>
                </a:solidFill>
                <a:latin typeface="Calibri"/>
                <a:cs typeface="Calibri"/>
              </a:rPr>
              <a:t>A</a:t>
            </a:r>
            <a:r>
              <a:rPr dirty="0" sz="2450" spc="340">
                <a:solidFill>
                  <a:srgbClr val="C4C4C4"/>
                </a:solidFill>
                <a:latin typeface="Calibri"/>
                <a:cs typeface="Calibri"/>
              </a:rPr>
              <a:t> </a:t>
            </a:r>
            <a:r>
              <a:rPr dirty="0" sz="2450" spc="110">
                <a:solidFill>
                  <a:srgbClr val="CACACA"/>
                </a:solidFill>
                <a:latin typeface="Calibri"/>
                <a:cs typeface="Calibri"/>
              </a:rPr>
              <a:t>6-</a:t>
            </a:r>
            <a:r>
              <a:rPr dirty="0" sz="2450" spc="105">
                <a:solidFill>
                  <a:srgbClr val="CACACA"/>
                </a:solidFill>
                <a:latin typeface="Calibri"/>
                <a:cs typeface="Calibri"/>
              </a:rPr>
              <a:t>dÏÇÏt</a:t>
            </a:r>
            <a:r>
              <a:rPr dirty="0" sz="2450" spc="375">
                <a:solidFill>
                  <a:srgbClr val="CACACA"/>
                </a:solidFill>
                <a:latin typeface="Calibri"/>
                <a:cs typeface="Calibri"/>
              </a:rPr>
              <a:t> </a:t>
            </a:r>
            <a:r>
              <a:rPr dirty="0" sz="2450" spc="135">
                <a:solidFill>
                  <a:srgbClr val="C1C1C1"/>
                </a:solidFill>
                <a:latin typeface="Calibri"/>
                <a:cs typeface="Calibri"/>
              </a:rPr>
              <a:t>OTP</a:t>
            </a:r>
            <a:r>
              <a:rPr dirty="0" sz="2450">
                <a:solidFill>
                  <a:srgbClr val="C1C1C1"/>
                </a:solidFill>
                <a:latin typeface="Calibri"/>
                <a:cs typeface="Calibri"/>
              </a:rPr>
              <a:t>	</a:t>
            </a:r>
            <a:r>
              <a:rPr dirty="0" sz="2450" spc="-25">
                <a:solidFill>
                  <a:srgbClr val="BCBCBC"/>
                </a:solidFill>
                <a:latin typeface="Calibri"/>
                <a:cs typeface="Calibri"/>
              </a:rPr>
              <a:t>ÏS </a:t>
            </a:r>
            <a:r>
              <a:rPr dirty="0" sz="2800">
                <a:solidFill>
                  <a:srgbClr val="C8C8C8"/>
                </a:solidFill>
                <a:latin typeface="Calibri"/>
                <a:cs typeface="Calibri"/>
              </a:rPr>
              <a:t>required</a:t>
            </a:r>
            <a:r>
              <a:rPr dirty="0" sz="2800" spc="150">
                <a:solidFill>
                  <a:srgbClr val="C8C8C8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BCBCBC"/>
                </a:solidFill>
                <a:latin typeface="Calibri"/>
                <a:cs typeface="Calibri"/>
              </a:rPr>
              <a:t>for</a:t>
            </a:r>
            <a:r>
              <a:rPr dirty="0" sz="2800" spc="155">
                <a:solidFill>
                  <a:srgbClr val="BCBCBC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C6C6C6"/>
                </a:solidFill>
                <a:latin typeface="Calibri"/>
                <a:cs typeface="Calibri"/>
              </a:rPr>
              <a:t>account</a:t>
            </a:r>
            <a:r>
              <a:rPr dirty="0" sz="2800">
                <a:solidFill>
                  <a:srgbClr val="C6C6C6"/>
                </a:solidFill>
                <a:latin typeface="Calibri"/>
                <a:cs typeface="Calibri"/>
              </a:rPr>
              <a:t>		</a:t>
            </a:r>
            <a:r>
              <a:rPr dirty="0" sz="2800" spc="-10">
                <a:solidFill>
                  <a:srgbClr val="C6C6C6"/>
                </a:solidFill>
                <a:latin typeface="Calibri"/>
                <a:cs typeface="Calibri"/>
              </a:rPr>
              <a:t>verification</a:t>
            </a:r>
            <a:r>
              <a:rPr dirty="0" sz="2800">
                <a:solidFill>
                  <a:srgbClr val="C6C6C6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C3C3C3"/>
                </a:solidFill>
                <a:latin typeface="Calibri"/>
                <a:cs typeface="Calibri"/>
              </a:rPr>
              <a:t>and</a:t>
            </a:r>
            <a:r>
              <a:rPr dirty="0" sz="2800" spc="200">
                <a:solidFill>
                  <a:srgbClr val="C3C3C3"/>
                </a:solidFill>
                <a:latin typeface="Calibri"/>
                <a:cs typeface="Calibri"/>
              </a:rPr>
              <a:t> </a:t>
            </a:r>
            <a:r>
              <a:rPr dirty="0" sz="2800" spc="45">
                <a:solidFill>
                  <a:srgbClr val="C4C4C4"/>
                </a:solidFill>
                <a:latin typeface="Calibri"/>
                <a:cs typeface="Calibri"/>
              </a:rPr>
              <a:t>secure </a:t>
            </a:r>
            <a:r>
              <a:rPr dirty="0" sz="2800" spc="-10">
                <a:solidFill>
                  <a:srgbClr val="C3C3C3"/>
                </a:solidFill>
                <a:latin typeface="Calibri"/>
                <a:cs typeface="Calibri"/>
              </a:rPr>
              <a:t>login.</a:t>
            </a:r>
            <a:endParaRPr sz="2800">
              <a:latin typeface="Calibri"/>
              <a:cs typeface="Calibri"/>
            </a:endParaRPr>
          </a:p>
          <a:p>
            <a:pPr marL="486409" marR="5080" indent="-7620">
              <a:lnSpc>
                <a:spcPct val="111800"/>
              </a:lnSpc>
              <a:spcBef>
                <a:spcPts val="3000"/>
              </a:spcBef>
              <a:tabLst>
                <a:tab pos="2206625" algn="l"/>
                <a:tab pos="3770629" algn="l"/>
                <a:tab pos="4098290" algn="l"/>
                <a:tab pos="5286375" algn="l"/>
                <a:tab pos="6529705" algn="l"/>
              </a:tabLst>
            </a:pPr>
            <a:r>
              <a:rPr dirty="0" sz="2950">
                <a:solidFill>
                  <a:srgbClr val="C4C4C4"/>
                </a:solidFill>
                <a:latin typeface="Calibri"/>
                <a:cs typeface="Calibri"/>
              </a:rPr>
              <a:t>Recovery</a:t>
            </a:r>
            <a:r>
              <a:rPr dirty="0" sz="2950" spc="10">
                <a:solidFill>
                  <a:srgbClr val="C4C4C4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BDBDBD"/>
                </a:solidFill>
                <a:latin typeface="Calibri"/>
                <a:cs typeface="Calibri"/>
              </a:rPr>
              <a:t>Flow:</a:t>
            </a:r>
            <a:r>
              <a:rPr dirty="0" sz="2950" spc="50">
                <a:solidFill>
                  <a:srgbClr val="BDBDBD"/>
                </a:solidFill>
                <a:latin typeface="Calibri"/>
                <a:cs typeface="Calibri"/>
              </a:rPr>
              <a:t> </a:t>
            </a:r>
            <a:r>
              <a:rPr dirty="0" sz="2950" spc="-10">
                <a:solidFill>
                  <a:srgbClr val="BFBFBF"/>
                </a:solidFill>
                <a:latin typeface="Calibri"/>
                <a:cs typeface="Calibri"/>
              </a:rPr>
              <a:t>Full</a:t>
            </a:r>
            <a:r>
              <a:rPr dirty="0" sz="2950" spc="9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dirty="0" sz="2950" spc="-10">
                <a:solidFill>
                  <a:srgbClr val="BFBFBF"/>
                </a:solidFill>
                <a:latin typeface="Calibri"/>
                <a:cs typeface="Calibri"/>
              </a:rPr>
              <a:t>tokenized</a:t>
            </a:r>
            <a:r>
              <a:rPr dirty="0" sz="2950" spc="125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dirty="0" sz="2950" spc="-10">
                <a:solidFill>
                  <a:srgbClr val="BFBFBF"/>
                </a:solidFill>
                <a:latin typeface="Calibri"/>
                <a:cs typeface="Calibri"/>
              </a:rPr>
              <a:t>"Forgot </a:t>
            </a:r>
            <a:r>
              <a:rPr dirty="0" sz="2950" spc="-10">
                <a:solidFill>
                  <a:srgbClr val="C6C6C6"/>
                </a:solidFill>
                <a:latin typeface="Calibri"/>
                <a:cs typeface="Calibri"/>
              </a:rPr>
              <a:t>Password"</a:t>
            </a:r>
            <a:r>
              <a:rPr dirty="0" sz="2950">
                <a:solidFill>
                  <a:srgbClr val="C6C6C6"/>
                </a:solidFill>
                <a:latin typeface="Calibri"/>
                <a:cs typeface="Calibri"/>
              </a:rPr>
              <a:t>	</a:t>
            </a:r>
            <a:r>
              <a:rPr dirty="0" sz="2950" spc="-10">
                <a:solidFill>
                  <a:srgbClr val="C6C6C6"/>
                </a:solidFill>
                <a:latin typeface="Calibri"/>
                <a:cs typeface="Calibri"/>
              </a:rPr>
              <a:t>sequence</a:t>
            </a:r>
            <a:r>
              <a:rPr dirty="0" sz="2950">
                <a:solidFill>
                  <a:srgbClr val="C6C6C6"/>
                </a:solidFill>
                <a:latin typeface="Calibri"/>
                <a:cs typeface="Calibri"/>
              </a:rPr>
              <a:t>	</a:t>
            </a:r>
            <a:r>
              <a:rPr dirty="0" sz="2950">
                <a:solidFill>
                  <a:srgbClr val="BCBCBC"/>
                </a:solidFill>
                <a:latin typeface="Calibri"/>
                <a:cs typeface="Calibri"/>
              </a:rPr>
              <a:t>to</a:t>
            </a:r>
            <a:r>
              <a:rPr dirty="0" sz="2950" spc="-80">
                <a:solidFill>
                  <a:srgbClr val="BCBCBC"/>
                </a:solidFill>
                <a:latin typeface="Calibri"/>
                <a:cs typeface="Calibri"/>
              </a:rPr>
              <a:t> </a:t>
            </a:r>
            <a:r>
              <a:rPr dirty="0" sz="2950" spc="-10">
                <a:solidFill>
                  <a:srgbClr val="C3C3C3"/>
                </a:solidFill>
                <a:latin typeface="Calibri"/>
                <a:cs typeface="Calibri"/>
              </a:rPr>
              <a:t>strictly</a:t>
            </a:r>
            <a:r>
              <a:rPr dirty="0" sz="2950">
                <a:solidFill>
                  <a:srgbClr val="C3C3C3"/>
                </a:solidFill>
                <a:latin typeface="Calibri"/>
                <a:cs typeface="Calibri"/>
              </a:rPr>
              <a:t>	</a:t>
            </a:r>
            <a:r>
              <a:rPr dirty="0" sz="2950" spc="-10">
                <a:solidFill>
                  <a:srgbClr val="C6C6C6"/>
                </a:solidFill>
                <a:latin typeface="Calibri"/>
                <a:cs typeface="Calibri"/>
              </a:rPr>
              <a:t>validate</a:t>
            </a:r>
            <a:r>
              <a:rPr dirty="0" sz="2950">
                <a:solidFill>
                  <a:srgbClr val="C6C6C6"/>
                </a:solidFill>
                <a:latin typeface="Calibri"/>
                <a:cs typeface="Calibri"/>
              </a:rPr>
              <a:t>	</a:t>
            </a:r>
            <a:r>
              <a:rPr dirty="0" sz="2950" spc="-20">
                <a:solidFill>
                  <a:srgbClr val="C1C1C1"/>
                </a:solidFill>
                <a:latin typeface="Calibri"/>
                <a:cs typeface="Calibri"/>
              </a:rPr>
              <a:t>user </a:t>
            </a:r>
            <a:r>
              <a:rPr dirty="0" sz="2950" spc="-60">
                <a:solidFill>
                  <a:srgbClr val="C1C1C1"/>
                </a:solidFill>
                <a:latin typeface="Calibri"/>
                <a:cs typeface="Calibri"/>
              </a:rPr>
              <a:t>identity</a:t>
            </a:r>
            <a:r>
              <a:rPr dirty="0" sz="2950" spc="5">
                <a:solidFill>
                  <a:srgbClr val="C1C1C1"/>
                </a:solidFill>
                <a:latin typeface="Calibri"/>
                <a:cs typeface="Calibri"/>
              </a:rPr>
              <a:t> </a:t>
            </a:r>
            <a:r>
              <a:rPr dirty="0" sz="2950" spc="-35">
                <a:solidFill>
                  <a:srgbClr val="BFBFBF"/>
                </a:solidFill>
                <a:latin typeface="Calibri"/>
                <a:cs typeface="Calibri"/>
              </a:rPr>
              <a:t>before</a:t>
            </a:r>
            <a:r>
              <a:rPr dirty="0" sz="2950" spc="1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dirty="0" sz="2950" spc="-10">
                <a:solidFill>
                  <a:srgbClr val="C3C3C3"/>
                </a:solidFill>
                <a:latin typeface="Calibri"/>
                <a:cs typeface="Calibri"/>
              </a:rPr>
              <a:t>granting</a:t>
            </a:r>
            <a:r>
              <a:rPr dirty="0" sz="2950">
                <a:solidFill>
                  <a:srgbClr val="C3C3C3"/>
                </a:solidFill>
                <a:latin typeface="Calibri"/>
                <a:cs typeface="Calibri"/>
              </a:rPr>
              <a:t>	</a:t>
            </a:r>
            <a:r>
              <a:rPr dirty="0" sz="2950" spc="45">
                <a:solidFill>
                  <a:srgbClr val="CCCCCC"/>
                </a:solidFill>
                <a:latin typeface="Calibri"/>
                <a:cs typeface="Calibri"/>
              </a:rPr>
              <a:t>access.</a:t>
            </a:r>
            <a:endParaRPr sz="2950">
              <a:latin typeface="Calibri"/>
              <a:cs typeface="Calibri"/>
            </a:endParaRPr>
          </a:p>
          <a:p>
            <a:pPr marL="481965" marR="484505" indent="10160">
              <a:lnSpc>
                <a:spcPct val="122100"/>
              </a:lnSpc>
              <a:spcBef>
                <a:spcPts val="2920"/>
              </a:spcBef>
            </a:pPr>
            <a:r>
              <a:rPr dirty="0" sz="2700">
                <a:solidFill>
                  <a:srgbClr val="BFBFBF"/>
                </a:solidFill>
                <a:latin typeface="Calibri"/>
                <a:cs typeface="Calibri"/>
              </a:rPr>
              <a:t>Workflow:</a:t>
            </a:r>
            <a:r>
              <a:rPr dirty="0" sz="2700" spc="275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dirty="0" sz="2700" spc="95">
                <a:solidFill>
                  <a:srgbClr val="C1C1C1"/>
                </a:solidFill>
                <a:latin typeface="Calibri"/>
                <a:cs typeface="Calibri"/>
              </a:rPr>
              <a:t>Request</a:t>
            </a:r>
            <a:r>
              <a:rPr dirty="0" sz="2700" spc="220">
                <a:solidFill>
                  <a:srgbClr val="C1C1C1"/>
                </a:solidFill>
                <a:latin typeface="Calibri"/>
                <a:cs typeface="Calibri"/>
              </a:rPr>
              <a:t> </a:t>
            </a:r>
            <a:r>
              <a:rPr dirty="0" sz="2700" spc="-10">
                <a:solidFill>
                  <a:srgbClr val="BCBCBC"/>
                </a:solidFill>
                <a:latin typeface="Calibri"/>
                <a:cs typeface="Calibri"/>
              </a:rPr>
              <a:t>-</a:t>
            </a:r>
            <a:r>
              <a:rPr dirty="0" sz="2700">
                <a:solidFill>
                  <a:srgbClr val="BCBCBC"/>
                </a:solidFill>
                <a:latin typeface="Calibri"/>
                <a:cs typeface="Calibri"/>
              </a:rPr>
              <a:t>+</a:t>
            </a:r>
            <a:r>
              <a:rPr dirty="0" sz="2700" spc="295">
                <a:solidFill>
                  <a:srgbClr val="BCBCBC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BABABA"/>
                </a:solidFill>
                <a:latin typeface="Calibri"/>
                <a:cs typeface="Calibri"/>
              </a:rPr>
              <a:t>Token</a:t>
            </a:r>
            <a:r>
              <a:rPr dirty="0" sz="2700" spc="165">
                <a:solidFill>
                  <a:srgbClr val="BABABA"/>
                </a:solidFill>
                <a:latin typeface="Calibri"/>
                <a:cs typeface="Calibri"/>
              </a:rPr>
              <a:t> </a:t>
            </a:r>
            <a:r>
              <a:rPr dirty="0" sz="2700" spc="114">
                <a:solidFill>
                  <a:srgbClr val="BABABA"/>
                </a:solidFill>
                <a:latin typeface="Calibri"/>
                <a:cs typeface="Calibri"/>
              </a:rPr>
              <a:t>Gen</a:t>
            </a:r>
            <a:r>
              <a:rPr dirty="0" sz="2700" spc="40">
                <a:solidFill>
                  <a:srgbClr val="BABABA"/>
                </a:solidFill>
                <a:latin typeface="Calibri"/>
                <a:cs typeface="Calibri"/>
              </a:rPr>
              <a:t> </a:t>
            </a:r>
            <a:r>
              <a:rPr dirty="0" sz="2700" spc="-10">
                <a:solidFill>
                  <a:srgbClr val="B8B8B8"/>
                </a:solidFill>
                <a:latin typeface="Calibri"/>
                <a:cs typeface="Calibri"/>
              </a:rPr>
              <a:t>-</a:t>
            </a:r>
            <a:r>
              <a:rPr dirty="0" sz="2700">
                <a:solidFill>
                  <a:srgbClr val="B8B8B8"/>
                </a:solidFill>
                <a:latin typeface="Calibri"/>
                <a:cs typeface="Calibri"/>
              </a:rPr>
              <a:t>+</a:t>
            </a:r>
            <a:r>
              <a:rPr dirty="0" sz="2700" spc="215">
                <a:solidFill>
                  <a:srgbClr val="B8B8B8"/>
                </a:solidFill>
                <a:latin typeface="Calibri"/>
                <a:cs typeface="Calibri"/>
              </a:rPr>
              <a:t> </a:t>
            </a:r>
            <a:r>
              <a:rPr dirty="0" sz="2700" spc="130">
                <a:solidFill>
                  <a:srgbClr val="C1C1C1"/>
                </a:solidFill>
                <a:latin typeface="Calibri"/>
                <a:cs typeface="Calibri"/>
              </a:rPr>
              <a:t>SMTP </a:t>
            </a:r>
            <a:r>
              <a:rPr dirty="0" sz="2700" spc="100">
                <a:solidFill>
                  <a:srgbClr val="C6C6C6"/>
                </a:solidFill>
                <a:latin typeface="Calibri"/>
                <a:cs typeface="Calibri"/>
              </a:rPr>
              <a:t>Dispatch</a:t>
            </a:r>
            <a:r>
              <a:rPr dirty="0" sz="2700" spc="35">
                <a:solidFill>
                  <a:srgbClr val="C6C6C6"/>
                </a:solidFill>
                <a:latin typeface="Calibri"/>
                <a:cs typeface="Calibri"/>
              </a:rPr>
              <a:t> </a:t>
            </a:r>
            <a:r>
              <a:rPr dirty="0" sz="2700" spc="-10">
                <a:solidFill>
                  <a:srgbClr val="B8B8B8"/>
                </a:solidFill>
                <a:latin typeface="Calibri"/>
                <a:cs typeface="Calibri"/>
              </a:rPr>
              <a:t>-</a:t>
            </a:r>
            <a:r>
              <a:rPr dirty="0" sz="2700">
                <a:solidFill>
                  <a:srgbClr val="B8B8B8"/>
                </a:solidFill>
                <a:latin typeface="Calibri"/>
                <a:cs typeface="Calibri"/>
              </a:rPr>
              <a:t>+</a:t>
            </a:r>
            <a:r>
              <a:rPr dirty="0" sz="2700" spc="175">
                <a:solidFill>
                  <a:srgbClr val="B8B8B8"/>
                </a:solidFill>
                <a:latin typeface="Calibri"/>
                <a:cs typeface="Calibri"/>
              </a:rPr>
              <a:t> </a:t>
            </a:r>
            <a:r>
              <a:rPr dirty="0" sz="2700" spc="45">
                <a:solidFill>
                  <a:srgbClr val="BFBFBF"/>
                </a:solidFill>
                <a:latin typeface="Calibri"/>
                <a:cs typeface="Calibri"/>
              </a:rPr>
              <a:t>Verification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1308556" y="4166103"/>
            <a:ext cx="5151755" cy="0"/>
          </a:xfrm>
          <a:custGeom>
            <a:avLst/>
            <a:gdLst/>
            <a:ahLst/>
            <a:cxnLst/>
            <a:rect l="l" t="t" r="r" b="b"/>
            <a:pathLst>
              <a:path w="5151755" h="0">
                <a:moveTo>
                  <a:pt x="0" y="0"/>
                </a:moveTo>
                <a:lnTo>
                  <a:pt x="5151675" y="0"/>
                </a:lnTo>
              </a:path>
            </a:pathLst>
          </a:custGeom>
          <a:ln w="392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5706" y="1146561"/>
            <a:ext cx="20080605" cy="762000"/>
          </a:xfrm>
          <a:custGeom>
            <a:avLst/>
            <a:gdLst/>
            <a:ahLst/>
            <a:cxnLst/>
            <a:rect l="l" t="t" r="r" b="b"/>
            <a:pathLst>
              <a:path w="20080605" h="762000">
                <a:moveTo>
                  <a:pt x="20080541" y="761756"/>
                </a:moveTo>
                <a:lnTo>
                  <a:pt x="0" y="76175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761756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7822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125"/>
              </a:spcBef>
            </a:pPr>
            <a:r>
              <a:rPr dirty="0" sz="6800">
                <a:latin typeface="Times New Roman"/>
                <a:cs typeface="Times New Roman"/>
              </a:rPr>
              <a:t>Deterministic</a:t>
            </a:r>
            <a:r>
              <a:rPr dirty="0" sz="6800" spc="-135">
                <a:latin typeface="Times New Roman"/>
                <a:cs typeface="Times New Roman"/>
              </a:rPr>
              <a:t> </a:t>
            </a:r>
            <a:r>
              <a:rPr dirty="0" sz="6800" spc="-65">
                <a:latin typeface="Times New Roman"/>
                <a:cs typeface="Times New Roman"/>
              </a:rPr>
              <a:t>Occupancy</a:t>
            </a:r>
            <a:r>
              <a:rPr dirty="0" sz="6800" spc="-360">
                <a:latin typeface="Times New Roman"/>
                <a:cs typeface="Times New Roman"/>
              </a:rPr>
              <a:t> </a:t>
            </a:r>
            <a:r>
              <a:rPr dirty="0" sz="6800" spc="-10">
                <a:latin typeface="Times New Roman"/>
                <a:cs typeface="Times New Roman"/>
              </a:rPr>
              <a:t>Simulation</a:t>
            </a:r>
            <a:endParaRPr sz="6800">
              <a:latin typeface="Times New Roman"/>
              <a:cs typeface="Times New Roman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617751" y="3156972"/>
            <a:ext cx="188595" cy="6282690"/>
            <a:chOff x="1617751" y="3156972"/>
            <a:chExt cx="188595" cy="628269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7751" y="3345447"/>
              <a:ext cx="188475" cy="219888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7751" y="5230207"/>
              <a:ext cx="188475" cy="251301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17751" y="7617569"/>
              <a:ext cx="188475" cy="251301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17751" y="3156972"/>
              <a:ext cx="188475" cy="6282531"/>
            </a:xfrm>
            <a:prstGeom prst="rect">
              <a:avLst/>
            </a:prstGeom>
          </p:spPr>
        </p:pic>
      </p:grpSp>
      <p:sp>
        <p:nvSpPr>
          <p:cNvPr id="10" name="object 10" descr=""/>
          <p:cNvSpPr/>
          <p:nvPr/>
        </p:nvSpPr>
        <p:spPr>
          <a:xfrm>
            <a:off x="2057529" y="3156972"/>
            <a:ext cx="6934834" cy="6275070"/>
          </a:xfrm>
          <a:custGeom>
            <a:avLst/>
            <a:gdLst/>
            <a:ahLst/>
            <a:cxnLst/>
            <a:rect l="l" t="t" r="r" b="b"/>
            <a:pathLst>
              <a:path w="6934834" h="6275070">
                <a:moveTo>
                  <a:pt x="6934344" y="6274678"/>
                </a:moveTo>
                <a:lnTo>
                  <a:pt x="0" y="6274678"/>
                </a:lnTo>
                <a:lnTo>
                  <a:pt x="0" y="0"/>
                </a:lnTo>
                <a:lnTo>
                  <a:pt x="6934344" y="0"/>
                </a:lnTo>
                <a:lnTo>
                  <a:pt x="6934344" y="6274678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2052233" y="3126602"/>
            <a:ext cx="6796405" cy="1533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" marR="5080" indent="-5715">
              <a:lnSpc>
                <a:spcPct val="122100"/>
              </a:lnSpc>
              <a:spcBef>
                <a:spcPts val="100"/>
              </a:spcBef>
              <a:tabLst>
                <a:tab pos="1826895" algn="l"/>
                <a:tab pos="2872105" algn="l"/>
                <a:tab pos="3283585" algn="l"/>
                <a:tab pos="3475990" algn="l"/>
                <a:tab pos="3853815" algn="l"/>
                <a:tab pos="4867910" algn="l"/>
              </a:tabLst>
            </a:pPr>
            <a:r>
              <a:rPr dirty="0" sz="2700" spc="90">
                <a:solidFill>
                  <a:srgbClr val="BCBCBC"/>
                </a:solidFill>
                <a:latin typeface="Calibri"/>
                <a:cs typeface="Calibri"/>
              </a:rPr>
              <a:t>Dynamic</a:t>
            </a:r>
            <a:r>
              <a:rPr dirty="0" sz="2700" spc="285">
                <a:solidFill>
                  <a:srgbClr val="BCBCBC"/>
                </a:solidFill>
                <a:latin typeface="Calibri"/>
                <a:cs typeface="Calibri"/>
              </a:rPr>
              <a:t> </a:t>
            </a:r>
            <a:r>
              <a:rPr dirty="0" sz="2700" spc="75">
                <a:solidFill>
                  <a:srgbClr val="C4C4C4"/>
                </a:solidFill>
                <a:latin typeface="Calibri"/>
                <a:cs typeface="Calibri"/>
              </a:rPr>
              <a:t>Showtimes:</a:t>
            </a:r>
            <a:r>
              <a:rPr dirty="0" sz="2700">
                <a:solidFill>
                  <a:srgbClr val="C4C4C4"/>
                </a:solidFill>
                <a:latin typeface="Calibri"/>
                <a:cs typeface="Calibri"/>
              </a:rPr>
              <a:t>	</a:t>
            </a:r>
            <a:r>
              <a:rPr dirty="0" sz="2700" spc="-10">
                <a:solidFill>
                  <a:srgbClr val="BDBDBD"/>
                </a:solidFill>
                <a:latin typeface="Calibri"/>
                <a:cs typeface="Calibri"/>
              </a:rPr>
              <a:t>Showtime</a:t>
            </a:r>
            <a:r>
              <a:rPr dirty="0" sz="2700">
                <a:solidFill>
                  <a:srgbClr val="BDBDBD"/>
                </a:solidFill>
                <a:latin typeface="Calibri"/>
                <a:cs typeface="Calibri"/>
              </a:rPr>
              <a:t>	</a:t>
            </a:r>
            <a:r>
              <a:rPr dirty="0" sz="2700" spc="90">
                <a:solidFill>
                  <a:srgbClr val="C3C3C3"/>
                </a:solidFill>
                <a:latin typeface="Calibri"/>
                <a:cs typeface="Calibri"/>
              </a:rPr>
              <a:t>schedules </a:t>
            </a:r>
            <a:r>
              <a:rPr dirty="0" sz="2700">
                <a:solidFill>
                  <a:srgbClr val="C1C1C1"/>
                </a:solidFill>
                <a:latin typeface="Calibri"/>
                <a:cs typeface="Calibri"/>
              </a:rPr>
              <a:t>and</a:t>
            </a:r>
            <a:r>
              <a:rPr dirty="0" sz="2700" spc="325">
                <a:solidFill>
                  <a:srgbClr val="C1C1C1"/>
                </a:solidFill>
                <a:latin typeface="Calibri"/>
                <a:cs typeface="Calibri"/>
              </a:rPr>
              <a:t> </a:t>
            </a:r>
            <a:r>
              <a:rPr dirty="0" sz="2700" spc="-10">
                <a:solidFill>
                  <a:srgbClr val="C3C3C3"/>
                </a:solidFill>
                <a:latin typeface="Calibri"/>
                <a:cs typeface="Calibri"/>
              </a:rPr>
              <a:t>theater</a:t>
            </a:r>
            <a:r>
              <a:rPr dirty="0" sz="2700">
                <a:solidFill>
                  <a:srgbClr val="C3C3C3"/>
                </a:solidFill>
                <a:latin typeface="Calibri"/>
                <a:cs typeface="Calibri"/>
              </a:rPr>
              <a:t>	</a:t>
            </a:r>
            <a:r>
              <a:rPr dirty="0" sz="2700" spc="-10">
                <a:solidFill>
                  <a:srgbClr val="BDBDBD"/>
                </a:solidFill>
                <a:latin typeface="Calibri"/>
                <a:cs typeface="Calibri"/>
              </a:rPr>
              <a:t>availability</a:t>
            </a:r>
            <a:r>
              <a:rPr dirty="0" sz="2700">
                <a:solidFill>
                  <a:srgbClr val="BDBDBD"/>
                </a:solidFill>
                <a:latin typeface="Calibri"/>
                <a:cs typeface="Calibri"/>
              </a:rPr>
              <a:t>	</a:t>
            </a:r>
            <a:r>
              <a:rPr dirty="0" sz="2700">
                <a:solidFill>
                  <a:srgbClr val="C3C3C3"/>
                </a:solidFill>
                <a:latin typeface="Calibri"/>
                <a:cs typeface="Calibri"/>
              </a:rPr>
              <a:t>are</a:t>
            </a:r>
            <a:r>
              <a:rPr dirty="0" sz="2700" spc="409">
                <a:solidFill>
                  <a:srgbClr val="C3C3C3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BDBDBD"/>
                </a:solidFill>
                <a:latin typeface="Calibri"/>
                <a:cs typeface="Calibri"/>
              </a:rPr>
              <a:t>pulled</a:t>
            </a:r>
            <a:r>
              <a:rPr dirty="0" sz="2700" spc="385">
                <a:solidFill>
                  <a:srgbClr val="BDBDBD"/>
                </a:solidFill>
                <a:latin typeface="Calibri"/>
                <a:cs typeface="Calibri"/>
              </a:rPr>
              <a:t> </a:t>
            </a:r>
            <a:r>
              <a:rPr dirty="0" sz="2700" spc="-10">
                <a:solidFill>
                  <a:srgbClr val="C8C8C8"/>
                </a:solidFill>
                <a:latin typeface="Calibri"/>
                <a:cs typeface="Calibri"/>
              </a:rPr>
              <a:t>dynamically </a:t>
            </a:r>
            <a:r>
              <a:rPr dirty="0" sz="2700">
                <a:solidFill>
                  <a:srgbClr val="C1C1C1"/>
                </a:solidFill>
                <a:latin typeface="Calibri"/>
                <a:cs typeface="Calibri"/>
              </a:rPr>
              <a:t>from</a:t>
            </a:r>
            <a:r>
              <a:rPr dirty="0" sz="2700" spc="325">
                <a:solidFill>
                  <a:srgbClr val="C1C1C1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BABABA"/>
                </a:solidFill>
                <a:latin typeface="Calibri"/>
                <a:cs typeface="Calibri"/>
              </a:rPr>
              <a:t>the</a:t>
            </a:r>
            <a:r>
              <a:rPr dirty="0" sz="2700" spc="254">
                <a:solidFill>
                  <a:srgbClr val="BABABA"/>
                </a:solidFill>
                <a:latin typeface="Calibri"/>
                <a:cs typeface="Calibri"/>
              </a:rPr>
              <a:t> </a:t>
            </a:r>
            <a:r>
              <a:rPr dirty="0" sz="2700" spc="75">
                <a:solidFill>
                  <a:srgbClr val="BDBDBD"/>
                </a:solidFill>
                <a:latin typeface="Calibri"/>
                <a:cs typeface="Calibri"/>
              </a:rPr>
              <a:t>backend</a:t>
            </a:r>
            <a:r>
              <a:rPr dirty="0" sz="2700">
                <a:solidFill>
                  <a:srgbClr val="BDBDBD"/>
                </a:solidFill>
                <a:latin typeface="Calibri"/>
                <a:cs typeface="Calibri"/>
              </a:rPr>
              <a:t>	</a:t>
            </a:r>
            <a:r>
              <a:rPr dirty="0" sz="2700" spc="-10">
                <a:solidFill>
                  <a:srgbClr val="ACACAC"/>
                </a:solidFill>
                <a:latin typeface="Calibri"/>
                <a:cs typeface="Calibri"/>
              </a:rPr>
              <a:t>sho«s</a:t>
            </a:r>
            <a:r>
              <a:rPr dirty="0" sz="2700">
                <a:solidFill>
                  <a:srgbClr val="ACACAC"/>
                </a:solidFill>
                <a:latin typeface="Calibri"/>
                <a:cs typeface="Calibri"/>
              </a:rPr>
              <a:t>	</a:t>
            </a:r>
            <a:r>
              <a:rPr dirty="0" sz="2700" spc="-10">
                <a:solidFill>
                  <a:srgbClr val="C3C3C3"/>
                </a:solidFill>
                <a:latin typeface="Calibri"/>
                <a:cs typeface="Calibri"/>
              </a:rPr>
              <a:t>table.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058513" y="4953001"/>
            <a:ext cx="6944359" cy="208788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R="5080" indent="635">
              <a:lnSpc>
                <a:spcPct val="139400"/>
              </a:lnSpc>
              <a:spcBef>
                <a:spcPts val="365"/>
              </a:spcBef>
              <a:tabLst>
                <a:tab pos="683260" algn="l"/>
                <a:tab pos="1504315" algn="l"/>
                <a:tab pos="2409190" algn="l"/>
                <a:tab pos="2675890" algn="l"/>
                <a:tab pos="2983865" algn="l"/>
                <a:tab pos="3589020" algn="l"/>
                <a:tab pos="4276725" algn="l"/>
                <a:tab pos="6216650" algn="l"/>
              </a:tabLst>
            </a:pPr>
            <a:r>
              <a:rPr dirty="0" sz="2450" spc="60">
                <a:solidFill>
                  <a:srgbClr val="C6C6C6"/>
                </a:solidFill>
                <a:latin typeface="Arial MT"/>
                <a:cs typeface="Arial MT"/>
              </a:rPr>
              <a:t>Simulation</a:t>
            </a:r>
            <a:r>
              <a:rPr dirty="0" sz="2450" spc="110">
                <a:solidFill>
                  <a:srgbClr val="C6C6C6"/>
                </a:solidFill>
                <a:latin typeface="Arial MT"/>
                <a:cs typeface="Arial MT"/>
              </a:rPr>
              <a:t> </a:t>
            </a:r>
            <a:r>
              <a:rPr dirty="0" sz="2450" spc="60">
                <a:solidFill>
                  <a:srgbClr val="BCBCBC"/>
                </a:solidFill>
                <a:latin typeface="Arial MT"/>
                <a:cs typeface="Arial MT"/>
              </a:rPr>
              <a:t>Log</a:t>
            </a:r>
            <a:r>
              <a:rPr dirty="0" sz="2450" spc="60">
                <a:solidFill>
                  <a:srgbClr val="BFBFBF"/>
                </a:solidFill>
                <a:latin typeface="Arial MT"/>
                <a:cs typeface="Arial MT"/>
              </a:rPr>
              <a:t>ic:</a:t>
            </a:r>
            <a:r>
              <a:rPr dirty="0" sz="2450">
                <a:solidFill>
                  <a:srgbClr val="BFBFBF"/>
                </a:solidFill>
                <a:latin typeface="Arial MT"/>
                <a:cs typeface="Arial MT"/>
              </a:rPr>
              <a:t>	</a:t>
            </a:r>
            <a:r>
              <a:rPr dirty="0" sz="2450" spc="70">
                <a:solidFill>
                  <a:srgbClr val="BABABA"/>
                </a:solidFill>
                <a:latin typeface="Arial MT"/>
                <a:cs typeface="Arial MT"/>
              </a:rPr>
              <a:t>Utili</a:t>
            </a:r>
            <a:r>
              <a:rPr dirty="0" sz="2450" spc="70">
                <a:solidFill>
                  <a:srgbClr val="BCBCBC"/>
                </a:solidFill>
                <a:latin typeface="Arial MT"/>
                <a:cs typeface="Arial MT"/>
              </a:rPr>
              <a:t>zes</a:t>
            </a:r>
            <a:r>
              <a:rPr dirty="0" sz="2450" spc="170">
                <a:solidFill>
                  <a:srgbClr val="BCBCBC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BABABA"/>
                </a:solidFill>
                <a:latin typeface="Arial MT"/>
                <a:cs typeface="Arial MT"/>
              </a:rPr>
              <a:t>a</a:t>
            </a:r>
            <a:r>
              <a:rPr dirty="0" sz="2450" spc="150">
                <a:solidFill>
                  <a:srgbClr val="BABABA"/>
                </a:solidFill>
                <a:latin typeface="Arial MT"/>
                <a:cs typeface="Arial MT"/>
              </a:rPr>
              <a:t> </a:t>
            </a:r>
            <a:r>
              <a:rPr dirty="0" sz="2450" spc="85">
                <a:solidFill>
                  <a:srgbClr val="C3C3C3"/>
                </a:solidFill>
                <a:latin typeface="Arial MT"/>
                <a:cs typeface="Arial MT"/>
              </a:rPr>
              <a:t>deterministic</a:t>
            </a:r>
            <a:r>
              <a:rPr dirty="0" sz="2450">
                <a:solidFill>
                  <a:srgbClr val="C3C3C3"/>
                </a:solidFill>
                <a:latin typeface="Arial MT"/>
                <a:cs typeface="Arial MT"/>
              </a:rPr>
              <a:t>	</a:t>
            </a:r>
            <a:r>
              <a:rPr dirty="0" sz="2450" spc="40">
                <a:solidFill>
                  <a:srgbClr val="BDBDBD"/>
                </a:solidFill>
                <a:latin typeface="Arial MT"/>
                <a:cs typeface="Arial MT"/>
              </a:rPr>
              <a:t>seed </a:t>
            </a:r>
            <a:r>
              <a:rPr dirty="0" sz="2200">
                <a:solidFill>
                  <a:srgbClr val="BDBDBD"/>
                </a:solidFill>
                <a:latin typeface="Arial MT"/>
                <a:cs typeface="Arial MT"/>
              </a:rPr>
              <a:t>(</a:t>
            </a:r>
            <a:r>
              <a:rPr dirty="0" sz="2200" spc="175">
                <a:solidFill>
                  <a:srgbClr val="BDBDBD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AAAAAA"/>
                </a:solidFill>
                <a:latin typeface="Arial MT"/>
                <a:cs typeface="Arial MT"/>
              </a:rPr>
              <a:t>ift</a:t>
            </a:r>
            <a:r>
              <a:rPr dirty="0" sz="2200">
                <a:solidFill>
                  <a:srgbClr val="AAAAAA"/>
                </a:solidFill>
                <a:latin typeface="Arial MT"/>
                <a:cs typeface="Arial MT"/>
              </a:rPr>
              <a:t>	</a:t>
            </a:r>
            <a:r>
              <a:rPr dirty="0" sz="2200" spc="-204">
                <a:solidFill>
                  <a:srgbClr val="A8A8A8"/>
                </a:solidFill>
                <a:latin typeface="Arial MT"/>
                <a:cs typeface="Arial MT"/>
              </a:rPr>
              <a:t>s</a:t>
            </a:r>
            <a:r>
              <a:rPr dirty="0" sz="2200" spc="-300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A8A8A8"/>
                </a:solidFill>
                <a:latin typeface="Arial MT"/>
                <a:cs typeface="Arial MT"/>
              </a:rPr>
              <a:t>r</a:t>
            </a:r>
            <a:r>
              <a:rPr dirty="0" sz="2200" spc="-60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200" spc="-320">
                <a:solidFill>
                  <a:srgbClr val="B5B5B5"/>
                </a:solidFill>
                <a:latin typeface="Arial MT"/>
                <a:cs typeface="Arial MT"/>
              </a:rPr>
              <a:t>a</a:t>
            </a:r>
            <a:r>
              <a:rPr dirty="0" sz="2200" spc="-295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2200" spc="-125">
                <a:solidFill>
                  <a:srgbClr val="A5A5A5"/>
                </a:solidFill>
                <a:latin typeface="Arial MT"/>
                <a:cs typeface="Arial MT"/>
              </a:rPr>
              <a:t>nd</a:t>
            </a:r>
            <a:r>
              <a:rPr dirty="0" sz="2200" spc="-345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A1A1A1"/>
                </a:solidFill>
                <a:latin typeface="Arial MT"/>
                <a:cs typeface="Arial MT"/>
              </a:rPr>
              <a:t>(</a:t>
            </a:r>
            <a:r>
              <a:rPr dirty="0" sz="2200" spc="-150">
                <a:solidFill>
                  <a:srgbClr val="A1A1A1"/>
                </a:solidFill>
                <a:latin typeface="Arial MT"/>
                <a:cs typeface="Arial MT"/>
              </a:rPr>
              <a:t> </a:t>
            </a:r>
            <a:r>
              <a:rPr dirty="0" sz="2200" spc="-204">
                <a:solidFill>
                  <a:srgbClr val="A8A8A8"/>
                </a:solidFill>
                <a:latin typeface="Arial MT"/>
                <a:cs typeface="Arial MT"/>
              </a:rPr>
              <a:t>s</a:t>
            </a:r>
            <a:r>
              <a:rPr dirty="0" sz="2200" spc="-300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200" spc="-285">
                <a:solidFill>
                  <a:srgbClr val="9E9E9E"/>
                </a:solidFill>
                <a:latin typeface="Arial MT"/>
                <a:cs typeface="Arial MT"/>
              </a:rPr>
              <a:t>h</a:t>
            </a:r>
            <a:r>
              <a:rPr dirty="0" sz="2200" spc="-315">
                <a:solidFill>
                  <a:srgbClr val="9E9E9E"/>
                </a:solidFill>
                <a:latin typeface="Arial MT"/>
                <a:cs typeface="Arial MT"/>
              </a:rPr>
              <a:t> </a:t>
            </a:r>
            <a:r>
              <a:rPr dirty="0" sz="2200" spc="-280">
                <a:solidFill>
                  <a:srgbClr val="AEAEAE"/>
                </a:solidFill>
                <a:latin typeface="Arial MT"/>
                <a:cs typeface="Arial MT"/>
              </a:rPr>
              <a:t>o.v</a:t>
            </a:r>
            <a:r>
              <a:rPr dirty="0" sz="2200">
                <a:solidFill>
                  <a:srgbClr val="AEAEAE"/>
                </a:solidFill>
                <a:latin typeface="Arial MT"/>
                <a:cs typeface="Arial MT"/>
              </a:rPr>
              <a:t>	</a:t>
            </a:r>
            <a:r>
              <a:rPr dirty="0" sz="2200">
                <a:solidFill>
                  <a:srgbClr val="A5A5A5"/>
                </a:solidFill>
                <a:latin typeface="Arial MT"/>
                <a:cs typeface="Arial MT"/>
              </a:rPr>
              <a:t>i</a:t>
            </a:r>
            <a:r>
              <a:rPr dirty="0" sz="2200" spc="135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2200" spc="-310">
                <a:solidFill>
                  <a:srgbClr val="A5A5A5"/>
                </a:solidFill>
                <a:latin typeface="Arial MT"/>
                <a:cs typeface="Arial MT"/>
              </a:rPr>
              <a:t>d</a:t>
            </a:r>
            <a:r>
              <a:rPr dirty="0" sz="2200">
                <a:solidFill>
                  <a:srgbClr val="A5A5A5"/>
                </a:solidFill>
                <a:latin typeface="Arial MT"/>
                <a:cs typeface="Arial MT"/>
              </a:rPr>
              <a:t>	</a:t>
            </a:r>
            <a:r>
              <a:rPr dirty="0" sz="2200">
                <a:solidFill>
                  <a:srgbClr val="BCBCBC"/>
                </a:solidFill>
                <a:latin typeface="Arial MT"/>
                <a:cs typeface="Arial MT"/>
              </a:rPr>
              <a:t>)</a:t>
            </a:r>
            <a:r>
              <a:rPr dirty="0" sz="2200" spc="220">
                <a:solidFill>
                  <a:srgbClr val="BCBCBC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C1C1C1"/>
                </a:solidFill>
                <a:latin typeface="Arial MT"/>
                <a:cs typeface="Arial MT"/>
              </a:rPr>
              <a:t>to</a:t>
            </a:r>
            <a:r>
              <a:rPr dirty="0" sz="2200">
                <a:solidFill>
                  <a:srgbClr val="C1C1C1"/>
                </a:solidFill>
                <a:latin typeface="Arial MT"/>
                <a:cs typeface="Arial MT"/>
              </a:rPr>
              <a:t>	</a:t>
            </a:r>
            <a:r>
              <a:rPr dirty="0" sz="2200" spc="160">
                <a:solidFill>
                  <a:srgbClr val="BFBFBF"/>
                </a:solidFill>
                <a:latin typeface="Arial MT"/>
                <a:cs typeface="Arial MT"/>
              </a:rPr>
              <a:t>static</a:t>
            </a:r>
            <a:r>
              <a:rPr dirty="0" sz="2200" spc="-390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2200" spc="155">
                <a:solidFill>
                  <a:srgbClr val="B6B6B6"/>
                </a:solidFill>
                <a:latin typeface="Arial MT"/>
                <a:cs typeface="Arial MT"/>
              </a:rPr>
              <a:t>all</a:t>
            </a:r>
            <a:r>
              <a:rPr dirty="0" sz="2200" spc="155">
                <a:solidFill>
                  <a:srgbClr val="C3C3C3"/>
                </a:solidFill>
                <a:latin typeface="Arial MT"/>
                <a:cs typeface="Arial MT"/>
              </a:rPr>
              <a:t>y</a:t>
            </a:r>
            <a:r>
              <a:rPr dirty="0" sz="2200" spc="225">
                <a:solidFill>
                  <a:srgbClr val="C3C3C3"/>
                </a:solidFill>
                <a:latin typeface="Arial MT"/>
                <a:cs typeface="Arial MT"/>
              </a:rPr>
              <a:t> </a:t>
            </a:r>
            <a:r>
              <a:rPr dirty="0" sz="2200" spc="190">
                <a:solidFill>
                  <a:srgbClr val="BDBDBD"/>
                </a:solidFill>
                <a:latin typeface="Arial MT"/>
                <a:cs typeface="Arial MT"/>
              </a:rPr>
              <a:t>simulate</a:t>
            </a:r>
            <a:r>
              <a:rPr dirty="0" sz="2200" spc="355">
                <a:solidFill>
                  <a:srgbClr val="BDBDBD"/>
                </a:solidFill>
                <a:latin typeface="Arial MT"/>
                <a:cs typeface="Arial MT"/>
              </a:rPr>
              <a:t> </a:t>
            </a:r>
            <a:r>
              <a:rPr dirty="0" sz="2200" spc="165">
                <a:solidFill>
                  <a:srgbClr val="BDBDBD"/>
                </a:solidFill>
                <a:latin typeface="Arial MT"/>
                <a:cs typeface="Arial MT"/>
              </a:rPr>
              <a:t>30- </a:t>
            </a:r>
            <a:r>
              <a:rPr dirty="0" sz="2450" spc="50">
                <a:solidFill>
                  <a:srgbClr val="BFBFBF"/>
                </a:solidFill>
                <a:latin typeface="Arial MT"/>
                <a:cs typeface="Arial MT"/>
              </a:rPr>
              <a:t>70</a:t>
            </a:r>
            <a:r>
              <a:rPr dirty="0" sz="2450" spc="-395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B8B8B8"/>
                </a:solidFill>
                <a:latin typeface="Arial MT"/>
                <a:cs typeface="Arial MT"/>
              </a:rPr>
              <a:t>%</a:t>
            </a:r>
            <a:r>
              <a:rPr dirty="0" sz="2450" spc="42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C8C8C8"/>
                </a:solidFill>
                <a:latin typeface="Arial MT"/>
                <a:cs typeface="Arial MT"/>
              </a:rPr>
              <a:t>capacity,</a:t>
            </a:r>
            <a:r>
              <a:rPr dirty="0" sz="2450" spc="450">
                <a:solidFill>
                  <a:srgbClr val="C8C8C8"/>
                </a:solidFill>
                <a:latin typeface="Arial MT"/>
                <a:cs typeface="Arial MT"/>
              </a:rPr>
              <a:t> </a:t>
            </a:r>
            <a:r>
              <a:rPr dirty="0" sz="2450" spc="55">
                <a:solidFill>
                  <a:srgbClr val="BDBDBD"/>
                </a:solidFill>
                <a:latin typeface="Arial MT"/>
                <a:cs typeface="Arial MT"/>
              </a:rPr>
              <a:t>automatically</a:t>
            </a:r>
            <a:r>
              <a:rPr dirty="0" sz="2450">
                <a:solidFill>
                  <a:srgbClr val="BDBDBD"/>
                </a:solidFill>
                <a:latin typeface="Arial MT"/>
                <a:cs typeface="Arial MT"/>
              </a:rPr>
              <a:t>	</a:t>
            </a:r>
            <a:r>
              <a:rPr dirty="0" sz="2450" spc="65">
                <a:solidFill>
                  <a:srgbClr val="C3C3C3"/>
                </a:solidFill>
                <a:latin typeface="Arial MT"/>
                <a:cs typeface="Arial MT"/>
              </a:rPr>
              <a:t>generating </a:t>
            </a:r>
            <a:r>
              <a:rPr dirty="0" sz="2450" spc="65">
                <a:solidFill>
                  <a:srgbClr val="BDBDBD"/>
                </a:solidFill>
                <a:latin typeface="Arial MT"/>
                <a:cs typeface="Arial MT"/>
              </a:rPr>
              <a:t>authentic</a:t>
            </a:r>
            <a:r>
              <a:rPr dirty="0" sz="2450">
                <a:solidFill>
                  <a:srgbClr val="BDBDBD"/>
                </a:solidFill>
                <a:latin typeface="Arial MT"/>
                <a:cs typeface="Arial MT"/>
              </a:rPr>
              <a:t>	</a:t>
            </a:r>
            <a:r>
              <a:rPr dirty="0" sz="2450">
                <a:solidFill>
                  <a:srgbClr val="C1C1C1"/>
                </a:solidFill>
                <a:latin typeface="Arial MT"/>
                <a:cs typeface="Arial MT"/>
              </a:rPr>
              <a:t>"Fast</a:t>
            </a:r>
            <a:r>
              <a:rPr dirty="0" sz="2450" spc="365">
                <a:solidFill>
                  <a:srgbClr val="C1C1C1"/>
                </a:solidFill>
                <a:latin typeface="Arial MT"/>
                <a:cs typeface="Arial MT"/>
              </a:rPr>
              <a:t> </a:t>
            </a:r>
            <a:r>
              <a:rPr dirty="0" sz="2450" spc="50">
                <a:solidFill>
                  <a:srgbClr val="BABABA"/>
                </a:solidFill>
                <a:latin typeface="Arial MT"/>
                <a:cs typeface="Arial MT"/>
              </a:rPr>
              <a:t>Filling"</a:t>
            </a:r>
            <a:r>
              <a:rPr dirty="0" sz="2450" spc="385">
                <a:solidFill>
                  <a:srgbClr val="BABABA"/>
                </a:solidFill>
                <a:latin typeface="Arial MT"/>
                <a:cs typeface="Arial MT"/>
              </a:rPr>
              <a:t> </a:t>
            </a:r>
            <a:r>
              <a:rPr dirty="0" sz="2450" spc="85">
                <a:solidFill>
                  <a:srgbClr val="BCBCBC"/>
                </a:solidFill>
                <a:latin typeface="Arial MT"/>
                <a:cs typeface="Arial MT"/>
              </a:rPr>
              <a:t>urgency</a:t>
            </a:r>
            <a:r>
              <a:rPr dirty="0" sz="2450" spc="350">
                <a:solidFill>
                  <a:srgbClr val="BCBCBC"/>
                </a:solidFill>
                <a:latin typeface="Arial MT"/>
                <a:cs typeface="Arial MT"/>
              </a:rPr>
              <a:t> </a:t>
            </a:r>
            <a:r>
              <a:rPr dirty="0" sz="2450" spc="45">
                <a:solidFill>
                  <a:srgbClr val="BFBFBF"/>
                </a:solidFill>
                <a:latin typeface="Arial MT"/>
                <a:cs typeface="Arial MT"/>
              </a:rPr>
              <a:t>badges.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057751" y="7392179"/>
            <a:ext cx="6816725" cy="1533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" marR="5080" indent="-3175">
              <a:lnSpc>
                <a:spcPct val="134600"/>
              </a:lnSpc>
              <a:spcBef>
                <a:spcPts val="100"/>
              </a:spcBef>
              <a:tabLst>
                <a:tab pos="1432560" algn="l"/>
              </a:tabLst>
            </a:pPr>
            <a:r>
              <a:rPr dirty="0" sz="2450" spc="80">
                <a:solidFill>
                  <a:srgbClr val="C1C1C1"/>
                </a:solidFill>
                <a:latin typeface="Arial MT"/>
                <a:cs typeface="Arial MT"/>
              </a:rPr>
              <a:t>Constraint</a:t>
            </a:r>
            <a:r>
              <a:rPr dirty="0" sz="2450" spc="170">
                <a:solidFill>
                  <a:srgbClr val="C1C1C1"/>
                </a:solidFill>
                <a:latin typeface="Arial MT"/>
                <a:cs typeface="Arial MT"/>
              </a:rPr>
              <a:t> </a:t>
            </a:r>
            <a:r>
              <a:rPr dirty="0" sz="2450" spc="55">
                <a:solidFill>
                  <a:srgbClr val="C4C4C4"/>
                </a:solidFill>
                <a:latin typeface="Arial MT"/>
                <a:cs typeface="Arial MT"/>
              </a:rPr>
              <a:t>Engine:</a:t>
            </a:r>
            <a:r>
              <a:rPr dirty="0" sz="2450" spc="270">
                <a:solidFill>
                  <a:srgbClr val="C4C4C4"/>
                </a:solidFill>
                <a:latin typeface="Arial MT"/>
                <a:cs typeface="Arial MT"/>
              </a:rPr>
              <a:t> </a:t>
            </a:r>
            <a:r>
              <a:rPr dirty="0" sz="2450" spc="45">
                <a:solidFill>
                  <a:srgbClr val="BFBFBF"/>
                </a:solidFill>
                <a:latin typeface="Arial MT"/>
                <a:cs typeface="Arial MT"/>
              </a:rPr>
              <a:t>Booking</a:t>
            </a:r>
            <a:r>
              <a:rPr dirty="0" sz="2450" spc="270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2450" spc="50">
                <a:solidFill>
                  <a:srgbClr val="C1C1C1"/>
                </a:solidFill>
                <a:latin typeface="Arial MT"/>
                <a:cs typeface="Arial MT"/>
              </a:rPr>
              <a:t>logic</a:t>
            </a:r>
            <a:r>
              <a:rPr dirty="0" sz="2450" spc="300">
                <a:solidFill>
                  <a:srgbClr val="C1C1C1"/>
                </a:solidFill>
                <a:latin typeface="Arial MT"/>
                <a:cs typeface="Arial MT"/>
              </a:rPr>
              <a:t> </a:t>
            </a:r>
            <a:r>
              <a:rPr dirty="0" sz="2450" spc="75">
                <a:solidFill>
                  <a:srgbClr val="C8C8C8"/>
                </a:solidFill>
                <a:latin typeface="Arial MT"/>
                <a:cs typeface="Arial MT"/>
              </a:rPr>
              <a:t>rigorously </a:t>
            </a:r>
            <a:r>
              <a:rPr dirty="0" sz="2450" spc="95">
                <a:solidFill>
                  <a:srgbClr val="BCBCBC"/>
                </a:solidFill>
                <a:latin typeface="Arial MT"/>
                <a:cs typeface="Arial MT"/>
              </a:rPr>
              <a:t>prevents</a:t>
            </a:r>
            <a:r>
              <a:rPr dirty="0" sz="2450">
                <a:solidFill>
                  <a:srgbClr val="BCBCBC"/>
                </a:solidFill>
                <a:latin typeface="Arial MT"/>
                <a:cs typeface="Arial MT"/>
              </a:rPr>
              <a:t>	</a:t>
            </a:r>
            <a:r>
              <a:rPr dirty="0" sz="2450" spc="80">
                <a:solidFill>
                  <a:srgbClr val="BDBDBD"/>
                </a:solidFill>
                <a:latin typeface="Arial MT"/>
                <a:cs typeface="Arial MT"/>
              </a:rPr>
              <a:t>users</a:t>
            </a:r>
            <a:r>
              <a:rPr dirty="0" sz="2450" spc="295">
                <a:solidFill>
                  <a:srgbClr val="BDBDBD"/>
                </a:solidFill>
                <a:latin typeface="Arial MT"/>
                <a:cs typeface="Arial MT"/>
              </a:rPr>
              <a:t> </a:t>
            </a:r>
            <a:r>
              <a:rPr dirty="0" sz="2450" spc="120">
                <a:solidFill>
                  <a:srgbClr val="BCBCBC"/>
                </a:solidFill>
                <a:latin typeface="Arial MT"/>
                <a:cs typeface="Arial MT"/>
              </a:rPr>
              <a:t>from</a:t>
            </a:r>
            <a:r>
              <a:rPr dirty="0" sz="2450" spc="325">
                <a:solidFill>
                  <a:srgbClr val="BCBCBC"/>
                </a:solidFill>
                <a:latin typeface="Arial MT"/>
                <a:cs typeface="Arial MT"/>
              </a:rPr>
              <a:t> </a:t>
            </a:r>
            <a:r>
              <a:rPr dirty="0" sz="2450" spc="70">
                <a:solidFill>
                  <a:srgbClr val="BCBCBC"/>
                </a:solidFill>
                <a:latin typeface="Arial MT"/>
                <a:cs typeface="Arial MT"/>
              </a:rPr>
              <a:t>selecting</a:t>
            </a:r>
            <a:r>
              <a:rPr dirty="0" sz="2450" spc="325">
                <a:solidFill>
                  <a:srgbClr val="BCBCBC"/>
                </a:solidFill>
                <a:latin typeface="Arial MT"/>
                <a:cs typeface="Arial MT"/>
              </a:rPr>
              <a:t> </a:t>
            </a:r>
            <a:r>
              <a:rPr dirty="0" sz="2450" spc="80">
                <a:solidFill>
                  <a:srgbClr val="C8C8C8"/>
                </a:solidFill>
                <a:latin typeface="Arial MT"/>
                <a:cs typeface="Arial MT"/>
              </a:rPr>
              <a:t>algorithmically </a:t>
            </a:r>
            <a:r>
              <a:rPr dirty="0" sz="2450" spc="100">
                <a:solidFill>
                  <a:srgbClr val="C3C3C3"/>
                </a:solidFill>
                <a:latin typeface="Arial MT"/>
                <a:cs typeface="Arial MT"/>
              </a:rPr>
              <a:t>reserved</a:t>
            </a:r>
            <a:r>
              <a:rPr dirty="0" sz="2450" spc="325">
                <a:solidFill>
                  <a:srgbClr val="C3C3C3"/>
                </a:solidFill>
                <a:latin typeface="Arial MT"/>
                <a:cs typeface="Arial MT"/>
              </a:rPr>
              <a:t> </a:t>
            </a:r>
            <a:r>
              <a:rPr dirty="0" sz="2450" spc="50">
                <a:solidFill>
                  <a:srgbClr val="BFBFBF"/>
                </a:solidFill>
                <a:latin typeface="Arial MT"/>
                <a:cs typeface="Arial MT"/>
              </a:rPr>
              <a:t>seats.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267804" y="5144211"/>
            <a:ext cx="185420" cy="99631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 marR="5080" indent="3810">
              <a:lnSpc>
                <a:spcPct val="103099"/>
              </a:lnSpc>
              <a:spcBef>
                <a:spcPts val="35"/>
              </a:spcBef>
            </a:pPr>
            <a:r>
              <a:rPr dirty="0" sz="2050" spc="-50">
                <a:solidFill>
                  <a:srgbClr val="494949"/>
                </a:solidFill>
                <a:latin typeface="Courier New"/>
                <a:cs typeface="Courier New"/>
              </a:rPr>
              <a:t>C </a:t>
            </a:r>
            <a:r>
              <a:rPr dirty="0" sz="2050" spc="-50">
                <a:solidFill>
                  <a:srgbClr val="424242"/>
                </a:solidFill>
                <a:latin typeface="Courier New"/>
                <a:cs typeface="Courier New"/>
              </a:rPr>
              <a:t>D</a:t>
            </a:r>
            <a:endParaRPr sz="2050">
              <a:latin typeface="Courier New"/>
              <a:cs typeface="Courier New"/>
            </a:endParaRPr>
          </a:p>
          <a:p>
            <a:pPr marL="29845">
              <a:lnSpc>
                <a:spcPct val="100000"/>
              </a:lnSpc>
              <a:spcBef>
                <a:spcPts val="345"/>
              </a:spcBef>
            </a:pPr>
            <a:r>
              <a:rPr dirty="0" sz="1900" spc="-50">
                <a:solidFill>
                  <a:srgbClr val="2B2B2B"/>
                </a:solidFill>
                <a:latin typeface="Courier New"/>
                <a:cs typeface="Courier New"/>
              </a:rPr>
              <a:t>E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1282325" y="6747565"/>
            <a:ext cx="15621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">
                <a:solidFill>
                  <a:srgbClr val="808080"/>
                </a:solidFill>
                <a:latin typeface="Cambria"/>
                <a:cs typeface="Cambria"/>
              </a:rPr>
              <a:t>F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3081469" y="3087336"/>
            <a:ext cx="346456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135">
                <a:solidFill>
                  <a:srgbClr val="0F0100"/>
                </a:solidFill>
                <a:latin typeface="Calibri"/>
                <a:cs typeface="Calibri"/>
              </a:rPr>
              <a:t>Please</a:t>
            </a:r>
            <a:r>
              <a:rPr dirty="0" sz="1900" spc="260">
                <a:solidFill>
                  <a:srgbClr val="0F0100"/>
                </a:solidFill>
                <a:latin typeface="Calibri"/>
                <a:cs typeface="Calibri"/>
              </a:rPr>
              <a:t> </a:t>
            </a:r>
            <a:r>
              <a:rPr dirty="0" sz="1900" spc="85">
                <a:solidFill>
                  <a:srgbClr val="181100"/>
                </a:solidFill>
                <a:latin typeface="Calibri"/>
                <a:cs typeface="Calibri"/>
              </a:rPr>
              <a:t>Select</a:t>
            </a:r>
            <a:r>
              <a:rPr dirty="0" sz="1900" spc="140">
                <a:solidFill>
                  <a:srgbClr val="181100"/>
                </a:solidFill>
                <a:latin typeface="Calibri"/>
                <a:cs typeface="Calibri"/>
              </a:rPr>
              <a:t> </a:t>
            </a:r>
            <a:r>
              <a:rPr dirty="0" sz="1900" spc="80">
                <a:solidFill>
                  <a:srgbClr val="423D00"/>
                </a:solidFill>
                <a:latin typeface="Calibri"/>
                <a:cs typeface="Calibri"/>
              </a:rPr>
              <a:t>your</a:t>
            </a:r>
            <a:r>
              <a:rPr dirty="0" sz="1900" spc="229">
                <a:solidFill>
                  <a:srgbClr val="423D00"/>
                </a:solidFill>
                <a:latin typeface="Calibri"/>
                <a:cs typeface="Calibri"/>
              </a:rPr>
              <a:t> </a:t>
            </a:r>
            <a:r>
              <a:rPr dirty="0" sz="1900" spc="100">
                <a:solidFill>
                  <a:srgbClr val="130C00"/>
                </a:solidFill>
                <a:latin typeface="Calibri"/>
                <a:cs typeface="Calibri"/>
              </a:rPr>
              <a:t>Seats</a:t>
            </a:r>
            <a:r>
              <a:rPr dirty="0" sz="1900" spc="65">
                <a:solidFill>
                  <a:srgbClr val="130C00"/>
                </a:solidFill>
                <a:latin typeface="Calibri"/>
                <a:cs typeface="Calibri"/>
              </a:rPr>
              <a:t> </a:t>
            </a:r>
            <a:r>
              <a:rPr dirty="0" sz="1900" spc="35">
                <a:solidFill>
                  <a:srgbClr val="2A1F01"/>
                </a:solidFill>
                <a:latin typeface="Calibri"/>
                <a:cs typeface="Calibri"/>
              </a:rPr>
              <a:t>NOW!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1591496" y="4227353"/>
            <a:ext cx="157289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63220" algn="l"/>
                <a:tab pos="722630" algn="l"/>
                <a:tab pos="1098550" algn="l"/>
                <a:tab pos="1452245" algn="l"/>
              </a:tabLst>
            </a:pPr>
            <a:r>
              <a:rPr dirty="0" sz="1650" spc="-370">
                <a:solidFill>
                  <a:srgbClr val="343434"/>
                </a:solidFill>
                <a:latin typeface="Cambria"/>
                <a:cs typeface="Cambria"/>
              </a:rPr>
              <a:t>1</a:t>
            </a:r>
            <a:r>
              <a:rPr dirty="0" sz="1650">
                <a:solidFill>
                  <a:srgbClr val="343434"/>
                </a:solidFill>
                <a:latin typeface="Cambria"/>
                <a:cs typeface="Cambria"/>
              </a:rPr>
              <a:t>	</a:t>
            </a:r>
            <a:r>
              <a:rPr dirty="0" sz="1650" spc="10">
                <a:solidFill>
                  <a:srgbClr val="151515"/>
                </a:solidFill>
                <a:latin typeface="Cambria"/>
                <a:cs typeface="Cambria"/>
              </a:rPr>
              <a:t>2</a:t>
            </a:r>
            <a:r>
              <a:rPr dirty="0" sz="1650">
                <a:solidFill>
                  <a:srgbClr val="151515"/>
                </a:solidFill>
                <a:latin typeface="Cambria"/>
                <a:cs typeface="Cambria"/>
              </a:rPr>
              <a:t>	</a:t>
            </a:r>
            <a:r>
              <a:rPr dirty="0" sz="1650" spc="10">
                <a:solidFill>
                  <a:srgbClr val="3D3D3D"/>
                </a:solidFill>
                <a:latin typeface="Cambria"/>
                <a:cs typeface="Cambria"/>
              </a:rPr>
              <a:t>3</a:t>
            </a:r>
            <a:r>
              <a:rPr dirty="0" sz="1650">
                <a:solidFill>
                  <a:srgbClr val="3D3D3D"/>
                </a:solidFill>
                <a:latin typeface="Cambria"/>
                <a:cs typeface="Cambria"/>
              </a:rPr>
              <a:t>	</a:t>
            </a:r>
            <a:r>
              <a:rPr dirty="0" sz="1650" spc="-50">
                <a:solidFill>
                  <a:srgbClr val="111111"/>
                </a:solidFill>
                <a:latin typeface="Cambria"/>
                <a:cs typeface="Cambria"/>
              </a:rPr>
              <a:t>4</a:t>
            </a:r>
            <a:r>
              <a:rPr dirty="0" sz="1650">
                <a:solidFill>
                  <a:srgbClr val="111111"/>
                </a:solidFill>
                <a:latin typeface="Cambria"/>
                <a:cs typeface="Cambria"/>
              </a:rPr>
              <a:t>	</a:t>
            </a:r>
            <a:r>
              <a:rPr dirty="0" sz="1650" spc="-50">
                <a:solidFill>
                  <a:srgbClr val="0F0F0F"/>
                </a:solidFill>
                <a:latin typeface="Cambria"/>
                <a:cs typeface="Cambria"/>
              </a:rPr>
              <a:t>5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4015257" y="4227353"/>
            <a:ext cx="240474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79730" algn="l"/>
                <a:tab pos="755650" algn="l"/>
                <a:tab pos="1105535" algn="l"/>
                <a:tab pos="1412875" algn="l"/>
                <a:tab pos="2143125" algn="l"/>
              </a:tabLst>
            </a:pPr>
            <a:r>
              <a:rPr dirty="0" sz="1650" spc="20">
                <a:solidFill>
                  <a:srgbClr val="383838"/>
                </a:solidFill>
                <a:latin typeface="Cambria"/>
                <a:cs typeface="Cambria"/>
              </a:rPr>
              <a:t>6</a:t>
            </a:r>
            <a:r>
              <a:rPr dirty="0" sz="1650">
                <a:solidFill>
                  <a:srgbClr val="383838"/>
                </a:solidFill>
                <a:latin typeface="Cambria"/>
                <a:cs typeface="Cambria"/>
              </a:rPr>
              <a:t>	</a:t>
            </a:r>
            <a:r>
              <a:rPr dirty="0" sz="1650" spc="50">
                <a:latin typeface="Cambria"/>
                <a:cs typeface="Cambria"/>
              </a:rPr>
              <a:t>7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-50">
                <a:latin typeface="Cambria"/>
                <a:cs typeface="Cambria"/>
              </a:rPr>
              <a:t>ß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-50">
                <a:solidFill>
                  <a:srgbClr val="545454"/>
                </a:solidFill>
                <a:latin typeface="Cambria"/>
                <a:cs typeface="Cambria"/>
              </a:rPr>
              <a:t>S</a:t>
            </a:r>
            <a:r>
              <a:rPr dirty="0" sz="1650">
                <a:solidFill>
                  <a:srgbClr val="545454"/>
                </a:solidFill>
                <a:latin typeface="Cambria"/>
                <a:cs typeface="Cambria"/>
              </a:rPr>
              <a:t>	</a:t>
            </a:r>
            <a:r>
              <a:rPr dirty="0" sz="1650" spc="-229">
                <a:solidFill>
                  <a:srgbClr val="282828"/>
                </a:solidFill>
                <a:latin typeface="Cambria"/>
                <a:cs typeface="Cambria"/>
              </a:rPr>
              <a:t>1</a:t>
            </a:r>
            <a:r>
              <a:rPr dirty="0" sz="1650" spc="-85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dirty="0" sz="1650" spc="100">
                <a:latin typeface="Cambria"/>
                <a:cs typeface="Cambria"/>
              </a:rPr>
              <a:t>0</a:t>
            </a:r>
            <a:r>
              <a:rPr dirty="0" sz="1650" spc="125">
                <a:latin typeface="Cambria"/>
                <a:cs typeface="Cambria"/>
              </a:rPr>
              <a:t>  </a:t>
            </a:r>
            <a:r>
              <a:rPr dirty="0" sz="1650" spc="-25">
                <a:solidFill>
                  <a:srgbClr val="2A2A2A"/>
                </a:solidFill>
                <a:latin typeface="Cambria"/>
                <a:cs typeface="Cambria"/>
              </a:rPr>
              <a:t>11</a:t>
            </a:r>
            <a:r>
              <a:rPr dirty="0" sz="1650">
                <a:solidFill>
                  <a:srgbClr val="2A2A2A"/>
                </a:solidFill>
                <a:latin typeface="Cambria"/>
                <a:cs typeface="Cambria"/>
              </a:rPr>
              <a:t>	</a:t>
            </a:r>
            <a:r>
              <a:rPr dirty="0" sz="1650" spc="-320">
                <a:solidFill>
                  <a:srgbClr val="343434"/>
                </a:solidFill>
                <a:latin typeface="Cambria"/>
                <a:cs typeface="Cambria"/>
              </a:rPr>
              <a:t>1</a:t>
            </a:r>
            <a:r>
              <a:rPr dirty="0" sz="1650" spc="10">
                <a:solidFill>
                  <a:srgbClr val="343434"/>
                </a:solidFill>
                <a:latin typeface="Cambria"/>
                <a:cs typeface="Cambria"/>
              </a:rPr>
              <a:t> </a:t>
            </a:r>
            <a:r>
              <a:rPr dirty="0" sz="1650" spc="10">
                <a:solidFill>
                  <a:srgbClr val="282828"/>
                </a:solidFill>
                <a:latin typeface="Cambria"/>
                <a:cs typeface="Cambria"/>
              </a:rPr>
              <a:t>2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6457072" y="5309782"/>
            <a:ext cx="1920875" cy="8305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30"/>
              </a:spcBef>
              <a:tabLst>
                <a:tab pos="436880" algn="l"/>
              </a:tabLst>
            </a:pPr>
            <a:r>
              <a:rPr dirty="0" sz="1900" spc="45">
                <a:solidFill>
                  <a:srgbClr val="038000"/>
                </a:solidFill>
                <a:latin typeface="Cambria"/>
                <a:cs typeface="Cambria"/>
              </a:rPr>
              <a:t>Ø</a:t>
            </a:r>
            <a:r>
              <a:rPr dirty="0" sz="1900">
                <a:solidFill>
                  <a:srgbClr val="038000"/>
                </a:solidFill>
                <a:latin typeface="Cambria"/>
                <a:cs typeface="Cambria"/>
              </a:rPr>
              <a:t>	</a:t>
            </a:r>
            <a:r>
              <a:rPr dirty="0" sz="1900">
                <a:solidFill>
                  <a:srgbClr val="262626"/>
                </a:solidFill>
                <a:latin typeface="Cambria"/>
                <a:cs typeface="Cambria"/>
              </a:rPr>
              <a:t>Seiec!ed</a:t>
            </a:r>
            <a:r>
              <a:rPr dirty="0" sz="1900" spc="480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dirty="0" sz="1900" spc="-20">
                <a:solidFill>
                  <a:srgbClr val="1C1C1C"/>
                </a:solidFill>
                <a:latin typeface="Cambria"/>
                <a:cs typeface="Cambria"/>
              </a:rPr>
              <a:t>Seat</a:t>
            </a:r>
            <a:endParaRPr sz="1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39"/>
              </a:spcBef>
              <a:tabLst>
                <a:tab pos="396875" algn="l"/>
                <a:tab pos="1076960" algn="l"/>
              </a:tabLst>
            </a:pPr>
            <a:r>
              <a:rPr dirty="0" sz="1900" spc="-50">
                <a:solidFill>
                  <a:srgbClr val="FD0100"/>
                </a:solidFill>
                <a:latin typeface="Cambria"/>
                <a:cs typeface="Cambria"/>
              </a:rPr>
              <a:t>M</a:t>
            </a:r>
            <a:r>
              <a:rPr dirty="0" sz="1900">
                <a:solidFill>
                  <a:srgbClr val="FD0100"/>
                </a:solidFill>
                <a:latin typeface="Cambria"/>
                <a:cs typeface="Cambria"/>
              </a:rPr>
              <a:t>	</a:t>
            </a:r>
            <a:r>
              <a:rPr dirty="0" sz="1900" spc="30">
                <a:solidFill>
                  <a:srgbClr val="131313"/>
                </a:solidFill>
                <a:latin typeface="Cambria"/>
                <a:cs typeface="Cambria"/>
              </a:rPr>
              <a:t>Rese</a:t>
            </a:r>
            <a:r>
              <a:rPr dirty="0" sz="1900">
                <a:solidFill>
                  <a:srgbClr val="131313"/>
                </a:solidFill>
                <a:latin typeface="Cambria"/>
                <a:cs typeface="Cambria"/>
              </a:rPr>
              <a:t>	'ed</a:t>
            </a:r>
            <a:r>
              <a:rPr dirty="0" sz="1900" spc="55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dirty="0" sz="1900" spc="-20">
                <a:solidFill>
                  <a:srgbClr val="111111"/>
                </a:solidFill>
                <a:latin typeface="Cambria"/>
                <a:cs typeface="Cambria"/>
              </a:rPr>
              <a:t>Seat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7007281" y="6354907"/>
            <a:ext cx="120142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333333"/>
                </a:solidFill>
                <a:latin typeface="Cambria"/>
                <a:cs typeface="Cambria"/>
              </a:rPr>
              <a:t>E</a:t>
            </a:r>
            <a:r>
              <a:rPr dirty="0" sz="1800" spc="-10">
                <a:solidFill>
                  <a:srgbClr val="242424"/>
                </a:solidFill>
                <a:latin typeface="Cambria"/>
                <a:cs typeface="Cambria"/>
              </a:rPr>
              <a:t>mpt\</a:t>
            </a:r>
            <a:r>
              <a:rPr dirty="0" sz="1800" spc="215">
                <a:solidFill>
                  <a:srgbClr val="242424"/>
                </a:solidFill>
                <a:latin typeface="Cambria"/>
                <a:cs typeface="Cambria"/>
              </a:rPr>
              <a:t> </a:t>
            </a:r>
            <a:r>
              <a:rPr dirty="0" sz="1800" spc="60">
                <a:solidFill>
                  <a:srgbClr val="212121"/>
                </a:solidFill>
                <a:latin typeface="Cambria"/>
                <a:cs typeface="Cambria"/>
              </a:rPr>
              <a:t>Seat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44708" y="3329741"/>
            <a:ext cx="8717012" cy="6282531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706" y="628253"/>
            <a:ext cx="20080605" cy="636270"/>
          </a:xfrm>
          <a:custGeom>
            <a:avLst/>
            <a:gdLst/>
            <a:ahLst/>
            <a:cxnLst/>
            <a:rect l="l" t="t" r="r" b="b"/>
            <a:pathLst>
              <a:path w="20080605" h="636269">
                <a:moveTo>
                  <a:pt x="20080541" y="636106"/>
                </a:moveTo>
                <a:lnTo>
                  <a:pt x="0" y="63610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36106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0955">
              <a:lnSpc>
                <a:spcPct val="100000"/>
              </a:lnSpc>
              <a:spcBef>
                <a:spcPts val="95"/>
              </a:spcBef>
            </a:pPr>
            <a:r>
              <a:rPr dirty="0" sz="6700" spc="-190"/>
              <a:t>CineFlow</a:t>
            </a:r>
            <a:r>
              <a:rPr dirty="0" sz="6700" spc="-145"/>
              <a:t> </a:t>
            </a:r>
            <a:r>
              <a:rPr dirty="0" sz="6700" spc="-204"/>
              <a:t>Premiere</a:t>
            </a:r>
            <a:endParaRPr sz="6700"/>
          </a:p>
        </p:txBody>
      </p:sp>
      <p:sp>
        <p:nvSpPr>
          <p:cNvPr id="5" name="object 5" descr=""/>
          <p:cNvSpPr/>
          <p:nvPr/>
        </p:nvSpPr>
        <p:spPr>
          <a:xfrm>
            <a:off x="15706" y="2811432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80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1586339" y="3314035"/>
            <a:ext cx="236220" cy="6424295"/>
            <a:chOff x="1586339" y="3314035"/>
            <a:chExt cx="236220" cy="6424295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6339" y="4711898"/>
              <a:ext cx="235594" cy="251301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6339" y="7099260"/>
              <a:ext cx="235594" cy="251301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9164" y="8984019"/>
              <a:ext cx="172769" cy="251301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86339" y="3314035"/>
              <a:ext cx="235594" cy="6423888"/>
            </a:xfrm>
            <a:prstGeom prst="rect">
              <a:avLst/>
            </a:prstGeom>
          </p:spPr>
        </p:pic>
      </p:grpSp>
      <p:sp>
        <p:nvSpPr>
          <p:cNvPr id="11" name="object 11" descr=""/>
          <p:cNvSpPr/>
          <p:nvPr/>
        </p:nvSpPr>
        <p:spPr>
          <a:xfrm>
            <a:off x="2057529" y="3314035"/>
            <a:ext cx="6934834" cy="6416040"/>
          </a:xfrm>
          <a:custGeom>
            <a:avLst/>
            <a:gdLst/>
            <a:ahLst/>
            <a:cxnLst/>
            <a:rect l="l" t="t" r="r" b="b"/>
            <a:pathLst>
              <a:path w="6934834" h="6416040">
                <a:moveTo>
                  <a:pt x="6934344" y="6416035"/>
                </a:moveTo>
                <a:lnTo>
                  <a:pt x="0" y="6416035"/>
                </a:lnTo>
                <a:lnTo>
                  <a:pt x="0" y="0"/>
                </a:lnTo>
                <a:lnTo>
                  <a:pt x="6934344" y="0"/>
                </a:lnTo>
                <a:lnTo>
                  <a:pt x="6934344" y="6416035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528232" y="2601749"/>
            <a:ext cx="7456805" cy="7194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32130" marR="204470" indent="-520065">
              <a:lnSpc>
                <a:spcPct val="134600"/>
              </a:lnSpc>
              <a:spcBef>
                <a:spcPts val="100"/>
              </a:spcBef>
              <a:tabLst>
                <a:tab pos="528320" algn="l"/>
                <a:tab pos="2481580" algn="l"/>
                <a:tab pos="3387725" algn="l"/>
                <a:tab pos="5128895" algn="l"/>
              </a:tabLst>
            </a:pPr>
            <a:r>
              <a:rPr dirty="0" sz="2450" spc="-50">
                <a:solidFill>
                  <a:srgbClr val="B5B5B5"/>
                </a:solidFill>
                <a:latin typeface="Arial MT"/>
                <a:cs typeface="Arial MT"/>
              </a:rPr>
              <a:t>4</a:t>
            </a:r>
            <a:r>
              <a:rPr dirty="0" sz="2450">
                <a:solidFill>
                  <a:srgbClr val="B5B5B5"/>
                </a:solidFill>
                <a:latin typeface="Arial MT"/>
                <a:cs typeface="Arial MT"/>
              </a:rPr>
              <a:t>	</a:t>
            </a:r>
            <a:r>
              <a:rPr dirty="0" sz="2450" spc="80">
                <a:solidFill>
                  <a:srgbClr val="BCBCBC"/>
                </a:solidFill>
                <a:latin typeface="Arial MT"/>
                <a:cs typeface="Arial MT"/>
              </a:rPr>
              <a:t>Dig</a:t>
            </a:r>
            <a:r>
              <a:rPr dirty="0" sz="2450" spc="80">
                <a:solidFill>
                  <a:srgbClr val="C1C1C1"/>
                </a:solidFill>
                <a:latin typeface="Arial MT"/>
                <a:cs typeface="Arial MT"/>
              </a:rPr>
              <a:t>ital</a:t>
            </a:r>
            <a:r>
              <a:rPr dirty="0" sz="2450" spc="-90">
                <a:solidFill>
                  <a:srgbClr val="C1C1C1"/>
                </a:solidFill>
                <a:latin typeface="Arial MT"/>
                <a:cs typeface="Arial MT"/>
              </a:rPr>
              <a:t> </a:t>
            </a:r>
            <a:r>
              <a:rPr dirty="0" sz="2450" spc="70">
                <a:solidFill>
                  <a:srgbClr val="C1C1C1"/>
                </a:solidFill>
                <a:latin typeface="Arial MT"/>
                <a:cs typeface="Arial MT"/>
              </a:rPr>
              <a:t>Ownership:</a:t>
            </a:r>
            <a:r>
              <a:rPr dirty="0" sz="2450">
                <a:solidFill>
                  <a:srgbClr val="C1C1C1"/>
                </a:solidFill>
                <a:latin typeface="Arial MT"/>
                <a:cs typeface="Arial MT"/>
              </a:rPr>
              <a:t>	</a:t>
            </a:r>
            <a:r>
              <a:rPr dirty="0" sz="2450">
                <a:solidFill>
                  <a:srgbClr val="C3C3C3"/>
                </a:solidFill>
                <a:latin typeface="Arial MT"/>
                <a:cs typeface="Arial MT"/>
              </a:rPr>
              <a:t>A</a:t>
            </a:r>
            <a:r>
              <a:rPr dirty="0" sz="2450" spc="35">
                <a:solidFill>
                  <a:srgbClr val="C3C3C3"/>
                </a:solidFill>
                <a:latin typeface="Arial MT"/>
                <a:cs typeface="Arial MT"/>
              </a:rPr>
              <a:t> </a:t>
            </a:r>
            <a:r>
              <a:rPr dirty="0" sz="2450" spc="85">
                <a:solidFill>
                  <a:srgbClr val="C4C4C4"/>
                </a:solidFill>
                <a:latin typeface="Arial MT"/>
                <a:cs typeface="Arial MT"/>
              </a:rPr>
              <a:t>premium</a:t>
            </a:r>
            <a:r>
              <a:rPr dirty="0" sz="2450">
                <a:solidFill>
                  <a:srgbClr val="C4C4C4"/>
                </a:solidFill>
                <a:latin typeface="Arial MT"/>
                <a:cs typeface="Arial MT"/>
              </a:rPr>
              <a:t>	</a:t>
            </a:r>
            <a:r>
              <a:rPr dirty="0" sz="2450" spc="50">
                <a:solidFill>
                  <a:srgbClr val="BCBCBC"/>
                </a:solidFill>
                <a:latin typeface="Arial MT"/>
                <a:cs typeface="Arial MT"/>
              </a:rPr>
              <a:t>secondary </a:t>
            </a:r>
            <a:r>
              <a:rPr dirty="0" sz="2450" spc="55">
                <a:solidFill>
                  <a:srgbClr val="BFBFBF"/>
                </a:solidFill>
                <a:latin typeface="Arial MT"/>
                <a:cs typeface="Arial MT"/>
              </a:rPr>
              <a:t>marketplace</a:t>
            </a:r>
            <a:r>
              <a:rPr dirty="0" sz="2450">
                <a:solidFill>
                  <a:srgbClr val="BFBFBF"/>
                </a:solidFill>
                <a:latin typeface="Arial MT"/>
                <a:cs typeface="Arial MT"/>
              </a:rPr>
              <a:t>	</a:t>
            </a:r>
            <a:r>
              <a:rPr dirty="0" sz="2450">
                <a:solidFill>
                  <a:srgbClr val="B8B8B8"/>
                </a:solidFill>
                <a:latin typeface="Arial MT"/>
                <a:cs typeface="Arial MT"/>
              </a:rPr>
              <a:t>for</a:t>
            </a:r>
            <a:r>
              <a:rPr dirty="0" sz="2450" spc="24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dirty="0" sz="2450" spc="50">
                <a:solidFill>
                  <a:srgbClr val="C3C3C3"/>
                </a:solidFill>
                <a:latin typeface="Arial MT"/>
                <a:cs typeface="Arial MT"/>
              </a:rPr>
              <a:t>digital</a:t>
            </a:r>
            <a:r>
              <a:rPr dirty="0" sz="2450" spc="200">
                <a:solidFill>
                  <a:srgbClr val="C3C3C3"/>
                </a:solidFill>
                <a:latin typeface="Arial MT"/>
                <a:cs typeface="Arial MT"/>
              </a:rPr>
              <a:t> </a:t>
            </a:r>
            <a:r>
              <a:rPr dirty="0" sz="2450" spc="70">
                <a:solidFill>
                  <a:srgbClr val="BDBDBD"/>
                </a:solidFill>
                <a:latin typeface="Arial MT"/>
                <a:cs typeface="Arial MT"/>
              </a:rPr>
              <a:t>rentals</a:t>
            </a:r>
            <a:r>
              <a:rPr dirty="0" sz="2450" spc="240">
                <a:solidFill>
                  <a:srgbClr val="BDBDBD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B8B8B8"/>
                </a:solidFill>
                <a:latin typeface="Arial MT"/>
                <a:cs typeface="Arial MT"/>
              </a:rPr>
              <a:t>at</a:t>
            </a:r>
            <a:r>
              <a:rPr dirty="0" sz="2450" spc="195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B8B8B8"/>
                </a:solidFill>
                <a:latin typeface="Arial MT"/>
                <a:cs typeface="Arial MT"/>
              </a:rPr>
              <a:t>a</a:t>
            </a:r>
            <a:r>
              <a:rPr dirty="0" sz="2450" spc="204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dirty="0" sz="2450" spc="-60">
                <a:solidFill>
                  <a:srgbClr val="BABABA"/>
                </a:solidFill>
                <a:latin typeface="Arial MT"/>
                <a:cs typeface="Arial MT"/>
              </a:rPr>
              <a:t>Z199</a:t>
            </a:r>
            <a:r>
              <a:rPr dirty="0" sz="2450" spc="150">
                <a:solidFill>
                  <a:srgbClr val="BABABA"/>
                </a:solidFill>
                <a:latin typeface="Arial MT"/>
                <a:cs typeface="Arial MT"/>
              </a:rPr>
              <a:t> </a:t>
            </a:r>
            <a:r>
              <a:rPr dirty="0" sz="2450" spc="55">
                <a:solidFill>
                  <a:srgbClr val="BFBFBF"/>
                </a:solidFill>
                <a:latin typeface="Arial MT"/>
                <a:cs typeface="Arial MT"/>
              </a:rPr>
              <a:t>price </a:t>
            </a:r>
            <a:r>
              <a:rPr dirty="0" sz="2450" spc="70">
                <a:solidFill>
                  <a:srgbClr val="CDCDCD"/>
                </a:solidFill>
                <a:latin typeface="Arial MT"/>
                <a:cs typeface="Arial MT"/>
              </a:rPr>
              <a:t>point.</a:t>
            </a:r>
            <a:endParaRPr sz="2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2450">
              <a:latin typeface="Arial MT"/>
              <a:cs typeface="Arial MT"/>
            </a:endParaRPr>
          </a:p>
          <a:p>
            <a:pPr marL="532130" marR="277495" indent="-2540">
              <a:lnSpc>
                <a:spcPct val="135700"/>
              </a:lnSpc>
              <a:tabLst>
                <a:tab pos="2526665" algn="l"/>
                <a:tab pos="3582035" algn="l"/>
                <a:tab pos="3735704" algn="l"/>
                <a:tab pos="3956050" algn="l"/>
                <a:tab pos="4530725" algn="l"/>
                <a:tab pos="5039360" algn="l"/>
                <a:tab pos="5447665" algn="l"/>
                <a:tab pos="5824855" algn="l"/>
              </a:tabLst>
            </a:pPr>
            <a:r>
              <a:rPr dirty="0" sz="2300" spc="80">
                <a:solidFill>
                  <a:srgbClr val="C1C1C1"/>
                </a:solidFill>
                <a:latin typeface="Arial MT"/>
                <a:cs typeface="Arial MT"/>
              </a:rPr>
              <a:t>Data</a:t>
            </a:r>
            <a:r>
              <a:rPr dirty="0" sz="2300" spc="180">
                <a:solidFill>
                  <a:srgbClr val="C1C1C1"/>
                </a:solidFill>
                <a:latin typeface="Arial MT"/>
                <a:cs typeface="Arial MT"/>
              </a:rPr>
              <a:t> </a:t>
            </a:r>
            <a:r>
              <a:rPr dirty="0" sz="2300" spc="160">
                <a:solidFill>
                  <a:srgbClr val="BDBDBD"/>
                </a:solidFill>
                <a:latin typeface="Arial MT"/>
                <a:cs typeface="Arial MT"/>
              </a:rPr>
              <a:t>Tracking:</a:t>
            </a:r>
            <a:r>
              <a:rPr dirty="0" sz="2300" spc="300">
                <a:solidFill>
                  <a:srgbClr val="BDBDBD"/>
                </a:solidFill>
                <a:latin typeface="Arial MT"/>
                <a:cs typeface="Arial MT"/>
              </a:rPr>
              <a:t> </a:t>
            </a:r>
            <a:r>
              <a:rPr dirty="0" sz="2300" spc="100">
                <a:solidFill>
                  <a:srgbClr val="BFBFBF"/>
                </a:solidFill>
                <a:latin typeface="Arial MT"/>
                <a:cs typeface="Arial MT"/>
              </a:rPr>
              <a:t>The</a:t>
            </a:r>
            <a:r>
              <a:rPr dirty="0" sz="2300">
                <a:solidFill>
                  <a:srgbClr val="BFBFBF"/>
                </a:solidFill>
                <a:latin typeface="Arial MT"/>
                <a:cs typeface="Arial MT"/>
              </a:rPr>
              <a:t>	</a:t>
            </a:r>
            <a:r>
              <a:rPr dirty="0" sz="2300" spc="-200">
                <a:solidFill>
                  <a:srgbClr val="AAAAAA"/>
                </a:solidFill>
                <a:latin typeface="Arial MT"/>
                <a:cs typeface="Arial MT"/>
              </a:rPr>
              <a:t>oo</a:t>
            </a:r>
            <a:r>
              <a:rPr dirty="0" sz="2300" spc="-24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300" spc="-335">
                <a:solidFill>
                  <a:srgbClr val="A8A8A8"/>
                </a:solidFill>
                <a:latin typeface="Arial MT"/>
                <a:cs typeface="Arial MT"/>
              </a:rPr>
              <a:t>v</a:t>
            </a:r>
            <a:r>
              <a:rPr dirty="0" sz="2300" spc="-28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300" spc="-290">
                <a:solidFill>
                  <a:srgbClr val="AAAAAA"/>
                </a:solidFill>
                <a:latin typeface="Arial MT"/>
                <a:cs typeface="Arial MT"/>
              </a:rPr>
              <a:t>ie</a:t>
            </a:r>
            <a:r>
              <a:rPr dirty="0" sz="2300">
                <a:solidFill>
                  <a:srgbClr val="AAAAAA"/>
                </a:solidFill>
                <a:latin typeface="Arial MT"/>
                <a:cs typeface="Arial MT"/>
              </a:rPr>
              <a:t>	</a:t>
            </a:r>
            <a:r>
              <a:rPr dirty="0" sz="2300" spc="-229">
                <a:solidFill>
                  <a:srgbClr val="ACACAC"/>
                </a:solidFill>
                <a:latin typeface="Arial MT"/>
                <a:cs typeface="Arial MT"/>
              </a:rPr>
              <a:t>r</a:t>
            </a:r>
            <a:r>
              <a:rPr dirty="0" sz="2300" spc="5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300" spc="-30">
                <a:solidFill>
                  <a:srgbClr val="AEAEAE"/>
                </a:solidFill>
                <a:latin typeface="Arial MT"/>
                <a:cs typeface="Arial MT"/>
              </a:rPr>
              <a:t>enI</a:t>
            </a:r>
            <a:r>
              <a:rPr dirty="0" sz="2300" spc="-45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2300" spc="50">
                <a:solidFill>
                  <a:srgbClr val="B3B3B3"/>
                </a:solidFill>
                <a:latin typeface="Arial MT"/>
                <a:cs typeface="Arial MT"/>
              </a:rPr>
              <a:t>a\</a:t>
            </a:r>
            <a:r>
              <a:rPr dirty="0" sz="2300" spc="-185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2300" spc="-305">
                <a:solidFill>
                  <a:srgbClr val="A3A3A3"/>
                </a:solidFill>
                <a:latin typeface="Arial MT"/>
                <a:cs typeface="Arial MT"/>
              </a:rPr>
              <a:t>s</a:t>
            </a:r>
            <a:r>
              <a:rPr dirty="0" sz="2300">
                <a:solidFill>
                  <a:srgbClr val="A3A3A3"/>
                </a:solidFill>
                <a:latin typeface="Arial MT"/>
                <a:cs typeface="Arial MT"/>
              </a:rPr>
              <a:t>	</a:t>
            </a:r>
            <a:r>
              <a:rPr dirty="0" sz="2300" spc="110">
                <a:solidFill>
                  <a:srgbClr val="BABABA"/>
                </a:solidFill>
                <a:latin typeface="Arial MT"/>
                <a:cs typeface="Arial MT"/>
              </a:rPr>
              <a:t>table </a:t>
            </a:r>
            <a:r>
              <a:rPr dirty="0" sz="2450" spc="75">
                <a:solidFill>
                  <a:srgbClr val="BFBFBF"/>
                </a:solidFill>
                <a:latin typeface="Arial MT"/>
                <a:cs typeface="Arial MT"/>
              </a:rPr>
              <a:t>meticulously</a:t>
            </a:r>
            <a:r>
              <a:rPr dirty="0" sz="2450">
                <a:solidFill>
                  <a:srgbClr val="BFBFBF"/>
                </a:solidFill>
                <a:latin typeface="Arial MT"/>
                <a:cs typeface="Arial MT"/>
              </a:rPr>
              <a:t>	</a:t>
            </a:r>
            <a:r>
              <a:rPr dirty="0" sz="2450" spc="80">
                <a:solidFill>
                  <a:srgbClr val="BCBCBC"/>
                </a:solidFill>
                <a:latin typeface="Arial MT"/>
                <a:cs typeface="Arial MT"/>
              </a:rPr>
              <a:t>monitors</a:t>
            </a:r>
            <a:r>
              <a:rPr dirty="0" sz="2450">
                <a:solidFill>
                  <a:srgbClr val="BCBCBC"/>
                </a:solidFill>
                <a:latin typeface="Arial MT"/>
                <a:cs typeface="Arial MT"/>
              </a:rPr>
              <a:t>	</a:t>
            </a:r>
            <a:r>
              <a:rPr dirty="0" sz="2450" spc="45">
                <a:solidFill>
                  <a:srgbClr val="C3C3C3"/>
                </a:solidFill>
                <a:latin typeface="Arial MT"/>
                <a:cs typeface="Arial MT"/>
              </a:rPr>
              <a:t>purchase</a:t>
            </a:r>
            <a:r>
              <a:rPr dirty="0" sz="2450">
                <a:solidFill>
                  <a:srgbClr val="C3C3C3"/>
                </a:solidFill>
                <a:latin typeface="Arial MT"/>
                <a:cs typeface="Arial MT"/>
              </a:rPr>
              <a:t>	</a:t>
            </a:r>
            <a:r>
              <a:rPr dirty="0" sz="2450" spc="75">
                <a:solidFill>
                  <a:srgbClr val="BFBFBF"/>
                </a:solidFill>
                <a:latin typeface="Arial MT"/>
                <a:cs typeface="Arial MT"/>
              </a:rPr>
              <a:t>time</a:t>
            </a:r>
            <a:r>
              <a:rPr dirty="0" sz="2450" spc="-385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2450" spc="55">
                <a:solidFill>
                  <a:srgbClr val="C3C3C3"/>
                </a:solidFill>
                <a:latin typeface="Arial MT"/>
                <a:cs typeface="Arial MT"/>
              </a:rPr>
              <a:t>stamps </a:t>
            </a:r>
            <a:r>
              <a:rPr dirty="0" sz="2450">
                <a:solidFill>
                  <a:srgbClr val="BCBCBC"/>
                </a:solidFill>
                <a:latin typeface="Arial MT"/>
                <a:cs typeface="Arial MT"/>
              </a:rPr>
              <a:t>and</a:t>
            </a:r>
            <a:r>
              <a:rPr dirty="0" sz="2450" spc="155">
                <a:solidFill>
                  <a:srgbClr val="BCBCBC"/>
                </a:solidFill>
                <a:latin typeface="Arial MT"/>
                <a:cs typeface="Arial MT"/>
              </a:rPr>
              <a:t> </a:t>
            </a:r>
            <a:r>
              <a:rPr dirty="0" sz="2450" spc="90">
                <a:solidFill>
                  <a:srgbClr val="BFBFBF"/>
                </a:solidFill>
                <a:latin typeface="Arial MT"/>
                <a:cs typeface="Arial MT"/>
              </a:rPr>
              <a:t>enforces</a:t>
            </a:r>
            <a:r>
              <a:rPr dirty="0" sz="2450" spc="285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B6B6B6"/>
                </a:solidFill>
                <a:latin typeface="Arial MT"/>
                <a:cs typeface="Arial MT"/>
              </a:rPr>
              <a:t>a</a:t>
            </a:r>
            <a:r>
              <a:rPr dirty="0" sz="2450" spc="270">
                <a:solidFill>
                  <a:srgbClr val="B6B6B6"/>
                </a:solidFill>
                <a:latin typeface="Arial MT"/>
                <a:cs typeface="Arial MT"/>
              </a:rPr>
              <a:t> </a:t>
            </a:r>
            <a:r>
              <a:rPr dirty="0" sz="2450" spc="80">
                <a:solidFill>
                  <a:srgbClr val="BCBCBC"/>
                </a:solidFill>
                <a:latin typeface="Arial MT"/>
                <a:cs typeface="Arial MT"/>
              </a:rPr>
              <a:t>strict</a:t>
            </a:r>
            <a:r>
              <a:rPr dirty="0" sz="2450">
                <a:solidFill>
                  <a:srgbClr val="BCBCBC"/>
                </a:solidFill>
                <a:latin typeface="Arial MT"/>
                <a:cs typeface="Arial MT"/>
              </a:rPr>
              <a:t>		</a:t>
            </a:r>
            <a:r>
              <a:rPr dirty="0" sz="2450" spc="90">
                <a:solidFill>
                  <a:srgbClr val="BFBFBF"/>
                </a:solidFill>
                <a:latin typeface="Arial MT"/>
                <a:cs typeface="Arial MT"/>
              </a:rPr>
              <a:t>48-</a:t>
            </a:r>
            <a:r>
              <a:rPr dirty="0" sz="2450" spc="75">
                <a:solidFill>
                  <a:srgbClr val="BFBFBF"/>
                </a:solidFill>
                <a:latin typeface="Arial MT"/>
                <a:cs typeface="Arial MT"/>
              </a:rPr>
              <a:t>hour</a:t>
            </a:r>
            <a:r>
              <a:rPr dirty="0" sz="2450">
                <a:solidFill>
                  <a:srgbClr val="BFBFBF"/>
                </a:solidFill>
                <a:latin typeface="Arial MT"/>
                <a:cs typeface="Arial MT"/>
              </a:rPr>
              <a:t>	</a:t>
            </a:r>
            <a:r>
              <a:rPr dirty="0" sz="2450" spc="55">
                <a:solidFill>
                  <a:srgbClr val="C1C1C1"/>
                </a:solidFill>
                <a:latin typeface="Arial MT"/>
                <a:cs typeface="Arial MT"/>
              </a:rPr>
              <a:t>expiration </a:t>
            </a:r>
            <a:r>
              <a:rPr dirty="0" sz="2450" spc="45">
                <a:solidFill>
                  <a:srgbClr val="CDCDCD"/>
                </a:solidFill>
                <a:latin typeface="Arial MT"/>
                <a:cs typeface="Arial MT"/>
              </a:rPr>
              <a:t>window.</a:t>
            </a:r>
            <a:endParaRPr sz="2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450">
              <a:latin typeface="Arial MT"/>
              <a:cs typeface="Arial MT"/>
            </a:endParaRPr>
          </a:p>
          <a:p>
            <a:pPr marL="534035" marR="5080" indent="10795">
              <a:lnSpc>
                <a:spcPct val="138900"/>
              </a:lnSpc>
              <a:tabLst>
                <a:tab pos="1562100" algn="l"/>
                <a:tab pos="2167890" algn="l"/>
                <a:tab pos="4467225" algn="l"/>
                <a:tab pos="5983605" algn="l"/>
              </a:tabLst>
            </a:pPr>
            <a:r>
              <a:rPr dirty="0" sz="2450" spc="130">
                <a:solidFill>
                  <a:srgbClr val="C3C3C3"/>
                </a:solidFill>
                <a:latin typeface="Arial MT"/>
                <a:cs typeface="Arial MT"/>
              </a:rPr>
              <a:t>Access</a:t>
            </a:r>
            <a:r>
              <a:rPr dirty="0" sz="2450" spc="90">
                <a:solidFill>
                  <a:srgbClr val="C3C3C3"/>
                </a:solidFill>
                <a:latin typeface="Arial MT"/>
                <a:cs typeface="Arial MT"/>
              </a:rPr>
              <a:t> Control:</a:t>
            </a:r>
            <a:r>
              <a:rPr dirty="0" sz="2450" spc="240">
                <a:solidFill>
                  <a:srgbClr val="C3C3C3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C1C1C1"/>
                </a:solidFill>
                <a:latin typeface="Arial MT"/>
                <a:cs typeface="Arial MT"/>
              </a:rPr>
              <a:t>Gateway</a:t>
            </a:r>
            <a:r>
              <a:rPr dirty="0" sz="2450">
                <a:solidFill>
                  <a:srgbClr val="C1C1C1"/>
                </a:solidFill>
                <a:latin typeface="Arial MT"/>
                <a:cs typeface="Arial MT"/>
              </a:rPr>
              <a:t>	</a:t>
            </a:r>
            <a:r>
              <a:rPr dirty="0" sz="2450" spc="-10">
                <a:solidFill>
                  <a:srgbClr val="CACACA"/>
                </a:solidFill>
                <a:latin typeface="Arial MT"/>
                <a:cs typeface="Arial MT"/>
              </a:rPr>
              <a:t>validation</a:t>
            </a:r>
            <a:r>
              <a:rPr dirty="0" sz="2450">
                <a:solidFill>
                  <a:srgbClr val="CACACA"/>
                </a:solidFill>
                <a:latin typeface="Arial MT"/>
                <a:cs typeface="Arial MT"/>
              </a:rPr>
              <a:t>	</a:t>
            </a:r>
            <a:r>
              <a:rPr dirty="0" sz="2450" spc="75">
                <a:solidFill>
                  <a:srgbClr val="BCBCBC"/>
                </a:solidFill>
                <a:latin typeface="Arial MT"/>
                <a:cs typeface="Arial MT"/>
              </a:rPr>
              <a:t>ensures </a:t>
            </a:r>
            <a:r>
              <a:rPr dirty="0" sz="2450">
                <a:solidFill>
                  <a:srgbClr val="BFBFBF"/>
                </a:solidFill>
                <a:latin typeface="Arial MT"/>
                <a:cs typeface="Arial MT"/>
              </a:rPr>
              <a:t>onIy</a:t>
            </a:r>
            <a:r>
              <a:rPr dirty="0" sz="2450" spc="204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2450" spc="65">
                <a:solidFill>
                  <a:srgbClr val="C3C3C3"/>
                </a:solidFill>
                <a:latin typeface="Arial MT"/>
                <a:cs typeface="Arial MT"/>
              </a:rPr>
              <a:t>active,</a:t>
            </a:r>
            <a:r>
              <a:rPr dirty="0" sz="2450" spc="270">
                <a:solidFill>
                  <a:srgbClr val="C3C3C3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BFBFBF"/>
                </a:solidFill>
                <a:latin typeface="Arial MT"/>
                <a:cs typeface="Arial MT"/>
              </a:rPr>
              <a:t>paid</a:t>
            </a:r>
            <a:r>
              <a:rPr dirty="0" sz="2450" spc="210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2450" spc="114">
                <a:solidFill>
                  <a:srgbClr val="BFBFBF"/>
                </a:solidFill>
                <a:latin typeface="Arial MT"/>
                <a:cs typeface="Arial MT"/>
              </a:rPr>
              <a:t>renters</a:t>
            </a:r>
            <a:r>
              <a:rPr dirty="0" sz="2450" spc="330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C3C3C3"/>
                </a:solidFill>
                <a:latin typeface="Arial MT"/>
                <a:cs typeface="Arial MT"/>
              </a:rPr>
              <a:t>can</a:t>
            </a:r>
            <a:r>
              <a:rPr dirty="0" sz="2450" spc="295">
                <a:solidFill>
                  <a:srgbClr val="C3C3C3"/>
                </a:solidFill>
                <a:latin typeface="Arial MT"/>
                <a:cs typeface="Arial MT"/>
              </a:rPr>
              <a:t> </a:t>
            </a:r>
            <a:r>
              <a:rPr dirty="0" sz="2450" spc="65">
                <a:solidFill>
                  <a:srgbClr val="C1C1C1"/>
                </a:solidFill>
                <a:latin typeface="Arial MT"/>
                <a:cs typeface="Arial MT"/>
              </a:rPr>
              <a:t>initiate</a:t>
            </a:r>
            <a:r>
              <a:rPr dirty="0" sz="2450" spc="330">
                <a:solidFill>
                  <a:srgbClr val="C1C1C1"/>
                </a:solidFill>
                <a:latin typeface="Arial MT"/>
                <a:cs typeface="Arial MT"/>
              </a:rPr>
              <a:t> </a:t>
            </a:r>
            <a:r>
              <a:rPr dirty="0" sz="2450" spc="85">
                <a:solidFill>
                  <a:srgbClr val="BCBCBC"/>
                </a:solidFill>
                <a:latin typeface="Arial MT"/>
                <a:cs typeface="Arial MT"/>
              </a:rPr>
              <a:t>the</a:t>
            </a:r>
            <a:r>
              <a:rPr dirty="0" sz="2450" spc="290">
                <a:solidFill>
                  <a:srgbClr val="BCBCB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BFBFBF"/>
                </a:solidFill>
                <a:latin typeface="Arial MT"/>
                <a:cs typeface="Arial MT"/>
              </a:rPr>
              <a:t>media </a:t>
            </a:r>
            <a:r>
              <a:rPr dirty="0" sz="2200" spc="150">
                <a:solidFill>
                  <a:srgbClr val="C3C3C3"/>
                </a:solidFill>
                <a:latin typeface="Arial MT"/>
                <a:cs typeface="Arial MT"/>
              </a:rPr>
              <a:t>player</a:t>
            </a:r>
            <a:r>
              <a:rPr dirty="0" sz="2200">
                <a:solidFill>
                  <a:srgbClr val="C3C3C3"/>
                </a:solidFill>
                <a:latin typeface="Arial MT"/>
                <a:cs typeface="Arial MT"/>
              </a:rPr>
              <a:t>	</a:t>
            </a:r>
            <a:r>
              <a:rPr dirty="0" sz="2200" spc="120">
                <a:solidFill>
                  <a:srgbClr val="C6C6C6"/>
                </a:solidFill>
                <a:latin typeface="Arial MT"/>
                <a:cs typeface="Arial MT"/>
              </a:rPr>
              <a:t>via</a:t>
            </a:r>
            <a:r>
              <a:rPr dirty="0" sz="2200">
                <a:solidFill>
                  <a:srgbClr val="C6C6C6"/>
                </a:solidFill>
                <a:latin typeface="Arial MT"/>
                <a:cs typeface="Arial MT"/>
              </a:rPr>
              <a:t>	</a:t>
            </a:r>
            <a:r>
              <a:rPr dirty="0" sz="2200" spc="-405">
                <a:solidFill>
                  <a:srgbClr val="AAAAAA"/>
                </a:solidFill>
                <a:latin typeface="Arial MT"/>
                <a:cs typeface="Arial MT"/>
              </a:rPr>
              <a:t>ma</a:t>
            </a:r>
            <a:r>
              <a:rPr dirty="0" sz="2200" spc="-19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B3B3B3"/>
                </a:solidFill>
                <a:latin typeface="Arial MT"/>
                <a:cs typeface="Arial MT"/>
              </a:rPr>
              <a:t>t</a:t>
            </a:r>
            <a:r>
              <a:rPr dirty="0" sz="2200" spc="-105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2200" spc="-250">
                <a:solidFill>
                  <a:srgbClr val="9E9E9E"/>
                </a:solidFill>
                <a:latin typeface="Arial MT"/>
                <a:cs typeface="Arial MT"/>
              </a:rPr>
              <a:t>c</a:t>
            </a:r>
            <a:r>
              <a:rPr dirty="0" sz="2200" spc="-240">
                <a:solidFill>
                  <a:srgbClr val="9E9E9E"/>
                </a:solidFill>
                <a:latin typeface="Arial MT"/>
                <a:cs typeface="Arial MT"/>
              </a:rPr>
              <a:t> </a:t>
            </a:r>
            <a:r>
              <a:rPr dirty="0" sz="2200" spc="-285">
                <a:solidFill>
                  <a:srgbClr val="AAAAAA"/>
                </a:solidFill>
                <a:latin typeface="Arial MT"/>
                <a:cs typeface="Arial MT"/>
              </a:rPr>
              <a:t>h</a:t>
            </a:r>
            <a:r>
              <a:rPr dirty="0" sz="2200" spc="-19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B3B3B3"/>
                </a:solidFill>
                <a:latin typeface="Arial MT"/>
                <a:cs typeface="Arial MT"/>
              </a:rPr>
              <a:t>.</a:t>
            </a:r>
            <a:r>
              <a:rPr dirty="0" sz="2200" spc="-35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2200" spc="-345">
                <a:solidFill>
                  <a:srgbClr val="A0A0A0"/>
                </a:solidFill>
                <a:latin typeface="Arial MT"/>
                <a:cs typeface="Arial MT"/>
              </a:rPr>
              <a:t>p</a:t>
            </a:r>
            <a:r>
              <a:rPr dirty="0" sz="2200" spc="-265">
                <a:solidFill>
                  <a:srgbClr val="A0A0A0"/>
                </a:solidFill>
                <a:latin typeface="Arial MT"/>
                <a:cs typeface="Arial MT"/>
              </a:rPr>
              <a:t> </a:t>
            </a:r>
            <a:r>
              <a:rPr dirty="0" sz="2200" spc="-285">
                <a:solidFill>
                  <a:srgbClr val="A8A8A8"/>
                </a:solidFill>
                <a:latin typeface="Arial MT"/>
                <a:cs typeface="Arial MT"/>
              </a:rPr>
              <a:t>h</a:t>
            </a:r>
            <a:r>
              <a:rPr dirty="0" sz="2200" spc="-32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200" spc="-395">
                <a:solidFill>
                  <a:srgbClr val="A0A0A0"/>
                </a:solidFill>
                <a:latin typeface="Arial MT"/>
                <a:cs typeface="Arial MT"/>
              </a:rPr>
              <a:t>p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2450">
              <a:latin typeface="Arial MT"/>
              <a:cs typeface="Arial MT"/>
            </a:endParaRPr>
          </a:p>
          <a:p>
            <a:pPr marL="528955" marR="274320" indent="3175">
              <a:lnSpc>
                <a:spcPct val="122100"/>
              </a:lnSpc>
            </a:pPr>
            <a:r>
              <a:rPr dirty="0" sz="2700" spc="55">
                <a:solidFill>
                  <a:srgbClr val="C6C6C6"/>
                </a:solidFill>
                <a:latin typeface="Calibri"/>
                <a:cs typeface="Calibri"/>
              </a:rPr>
              <a:t>Streamlined</a:t>
            </a:r>
            <a:r>
              <a:rPr dirty="0" sz="2700" spc="295">
                <a:solidFill>
                  <a:srgbClr val="C6C6C6"/>
                </a:solidFill>
                <a:latin typeface="Calibri"/>
                <a:cs typeface="Calibri"/>
              </a:rPr>
              <a:t> </a:t>
            </a:r>
            <a:r>
              <a:rPr dirty="0" sz="2700" spc="55">
                <a:solidFill>
                  <a:srgbClr val="C1C1C1"/>
                </a:solidFill>
                <a:latin typeface="Calibri"/>
                <a:cs typeface="Calibri"/>
              </a:rPr>
              <a:t>simulated</a:t>
            </a:r>
            <a:r>
              <a:rPr dirty="0" sz="2700" spc="160">
                <a:solidFill>
                  <a:srgbClr val="C1C1C1"/>
                </a:solidFill>
                <a:latin typeface="Calibri"/>
                <a:cs typeface="Calibri"/>
              </a:rPr>
              <a:t> </a:t>
            </a:r>
            <a:r>
              <a:rPr dirty="0" sz="2700" spc="105">
                <a:solidFill>
                  <a:srgbClr val="C6C6C6"/>
                </a:solidFill>
                <a:latin typeface="Calibri"/>
                <a:cs typeface="Calibri"/>
              </a:rPr>
              <a:t>checkout</a:t>
            </a:r>
            <a:r>
              <a:rPr dirty="0" sz="2700" spc="260">
                <a:solidFill>
                  <a:srgbClr val="C6C6C6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BFBFBF"/>
                </a:solidFill>
                <a:latin typeface="Calibri"/>
                <a:cs typeface="Calibri"/>
              </a:rPr>
              <a:t>with</a:t>
            </a:r>
            <a:r>
              <a:rPr dirty="0" sz="2700" spc="65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dirty="0" sz="2700" spc="-10">
                <a:solidFill>
                  <a:srgbClr val="C3C3C3"/>
                </a:solidFill>
                <a:latin typeface="Calibri"/>
                <a:cs typeface="Calibri"/>
              </a:rPr>
              <a:t>instant </a:t>
            </a:r>
            <a:r>
              <a:rPr dirty="0" sz="2700">
                <a:solidFill>
                  <a:srgbClr val="BFBFBF"/>
                </a:solidFill>
                <a:latin typeface="Calibri"/>
                <a:cs typeface="Calibri"/>
              </a:rPr>
              <a:t>entitlement</a:t>
            </a:r>
            <a:r>
              <a:rPr dirty="0" sz="2700" spc="47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dirty="0" sz="2700" spc="-10">
                <a:solidFill>
                  <a:srgbClr val="C8C8C8"/>
                </a:solidFill>
                <a:latin typeface="Calibri"/>
                <a:cs typeface="Calibri"/>
              </a:rPr>
              <a:t>validation.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7272029"/>
            <a:ext cx="20088393" cy="325120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06" y="15706"/>
            <a:ext cx="20088393" cy="59684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5706" y="785316"/>
            <a:ext cx="20080605" cy="1123315"/>
          </a:xfrm>
          <a:custGeom>
            <a:avLst/>
            <a:gdLst/>
            <a:ahLst/>
            <a:cxnLst/>
            <a:rect l="l" t="t" r="r" b="b"/>
            <a:pathLst>
              <a:path w="20080605" h="1123314">
                <a:moveTo>
                  <a:pt x="20080541" y="1123002"/>
                </a:moveTo>
                <a:lnTo>
                  <a:pt x="0" y="112300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123002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924453" y="416606"/>
            <a:ext cx="1491615" cy="10464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89050" algn="l"/>
              </a:tabLst>
            </a:pPr>
            <a:r>
              <a:rPr dirty="0" sz="6700" spc="-595">
                <a:solidFill>
                  <a:srgbClr val="E6E6E6"/>
                </a:solidFill>
              </a:rPr>
              <a:t>,.</a:t>
            </a:r>
            <a:r>
              <a:rPr dirty="0" sz="6700">
                <a:solidFill>
                  <a:srgbClr val="E6E6E6"/>
                </a:solidFill>
              </a:rPr>
              <a:t>	</a:t>
            </a:r>
            <a:r>
              <a:rPr dirty="0" sz="6700" spc="-810">
                <a:solidFill>
                  <a:srgbClr val="CDCDCD"/>
                </a:solidFill>
              </a:rPr>
              <a:t>-</a:t>
            </a:r>
            <a:endParaRPr sz="6700"/>
          </a:p>
        </p:txBody>
      </p:sp>
      <p:sp>
        <p:nvSpPr>
          <p:cNvPr id="6" name="object 6" descr=""/>
          <p:cNvSpPr txBox="1"/>
          <p:nvPr/>
        </p:nvSpPr>
        <p:spPr>
          <a:xfrm>
            <a:off x="879510" y="887796"/>
            <a:ext cx="8014970" cy="1046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450" spc="-360">
                <a:solidFill>
                  <a:srgbClr val="FFFFFF"/>
                </a:solidFill>
                <a:latin typeface="Cambria"/>
                <a:cs typeface="Cambria"/>
              </a:rPr>
              <a:t>H</a:t>
            </a:r>
            <a:r>
              <a:rPr dirty="0" sz="6450" spc="-1030">
                <a:solidFill>
                  <a:srgbClr val="FFFFFF"/>
                </a:solidFill>
                <a:latin typeface="Cambria"/>
                <a:cs typeface="Cambria"/>
              </a:rPr>
              <a:t>i</a:t>
            </a:r>
            <a:r>
              <a:rPr dirty="0" baseline="30679" sz="10050" spc="-171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r>
              <a:rPr dirty="0" sz="6450" spc="-360">
                <a:solidFill>
                  <a:srgbClr val="FFFFFF"/>
                </a:solidFill>
                <a:latin typeface="Cambria"/>
                <a:cs typeface="Cambria"/>
              </a:rPr>
              <a:t>gh—</a:t>
            </a:r>
            <a:r>
              <a:rPr dirty="0" sz="6450" spc="-885">
                <a:solidFill>
                  <a:srgbClr val="FFFFFF"/>
                </a:solidFill>
                <a:latin typeface="Cambria"/>
                <a:cs typeface="Cambria"/>
              </a:rPr>
              <a:t>F</a:t>
            </a:r>
            <a:r>
              <a:rPr dirty="0" baseline="30679" sz="10050" spc="-1522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r>
              <a:rPr dirty="0" sz="6450" spc="-1090">
                <a:solidFill>
                  <a:srgbClr val="FFFFFF"/>
                </a:solidFill>
                <a:latin typeface="Cambria"/>
                <a:cs typeface="Cambria"/>
              </a:rPr>
              <a:t>i</a:t>
            </a:r>
            <a:r>
              <a:rPr dirty="0" baseline="30679" sz="10050" spc="-1237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r>
              <a:rPr dirty="0" sz="6450" spc="-220">
                <a:solidFill>
                  <a:srgbClr val="FFFFFF"/>
                </a:solidFill>
                <a:latin typeface="Cambria"/>
                <a:cs typeface="Cambria"/>
              </a:rPr>
              <a:t>delit</a:t>
            </a:r>
            <a:r>
              <a:rPr dirty="0" sz="6450" spc="-204">
                <a:solidFill>
                  <a:srgbClr val="FFFFFF"/>
                </a:solidFill>
                <a:latin typeface="Cambria"/>
                <a:cs typeface="Cambria"/>
              </a:rPr>
              <a:t>y</a:t>
            </a:r>
            <a:r>
              <a:rPr dirty="0" sz="6450" spc="4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6450" spc="-10">
                <a:solidFill>
                  <a:srgbClr val="FFFFFF"/>
                </a:solidFill>
                <a:latin typeface="Cambria"/>
                <a:cs typeface="Cambria"/>
              </a:rPr>
              <a:t>Playback</a:t>
            </a:r>
            <a:endParaRPr sz="6450">
              <a:latin typeface="Cambria"/>
              <a:cs typeface="Cambri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5706" y="2057529"/>
            <a:ext cx="20088860" cy="440055"/>
            <a:chOff x="15706" y="2057529"/>
            <a:chExt cx="20088860" cy="440055"/>
          </a:xfrm>
        </p:grpSpPr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11442" y="2371655"/>
              <a:ext cx="392658" cy="12565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67756" y="2057529"/>
              <a:ext cx="4209295" cy="376951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06" y="2057529"/>
              <a:ext cx="20088393" cy="439777"/>
            </a:xfrm>
            <a:prstGeom prst="rect">
              <a:avLst/>
            </a:prstGeom>
          </p:spPr>
        </p:pic>
      </p:grpSp>
      <p:grpSp>
        <p:nvGrpSpPr>
          <p:cNvPr id="11" name="object 11" descr=""/>
          <p:cNvGrpSpPr/>
          <p:nvPr/>
        </p:nvGrpSpPr>
        <p:grpSpPr>
          <a:xfrm>
            <a:off x="15706" y="2560131"/>
            <a:ext cx="20088860" cy="298450"/>
            <a:chOff x="15706" y="2560131"/>
            <a:chExt cx="20088860" cy="298450"/>
          </a:xfrm>
        </p:grpSpPr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706" y="2560131"/>
              <a:ext cx="20088393" cy="29842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706" y="2560131"/>
              <a:ext cx="20088393" cy="298420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15706" y="2984202"/>
            <a:ext cx="20080605" cy="1390015"/>
            <a:chOff x="15706" y="2984202"/>
            <a:chExt cx="20080605" cy="1390015"/>
          </a:xfrm>
        </p:grpSpPr>
        <p:pic>
          <p:nvPicPr>
            <p:cNvPr id="15" name="object 1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235046" y="3211944"/>
              <a:ext cx="895260" cy="659665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763857" y="3855903"/>
              <a:ext cx="1390010" cy="416217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397407" y="3392566"/>
              <a:ext cx="337686" cy="369098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5706" y="2984202"/>
              <a:ext cx="20080605" cy="1390015"/>
            </a:xfrm>
            <a:custGeom>
              <a:avLst/>
              <a:gdLst/>
              <a:ahLst/>
              <a:cxnLst/>
              <a:rect l="l" t="t" r="r" b="b"/>
              <a:pathLst>
                <a:path w="20080605" h="1390014">
                  <a:moveTo>
                    <a:pt x="20080541" y="1390010"/>
                  </a:moveTo>
                  <a:lnTo>
                    <a:pt x="0" y="1390010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1390010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 descr=""/>
          <p:cNvGrpSpPr/>
          <p:nvPr/>
        </p:nvGrpSpPr>
        <p:grpSpPr>
          <a:xfrm>
            <a:off x="15706" y="4539128"/>
            <a:ext cx="20088860" cy="157480"/>
            <a:chOff x="15706" y="4539128"/>
            <a:chExt cx="20088860" cy="157480"/>
          </a:xfrm>
        </p:grpSpPr>
        <p:pic>
          <p:nvPicPr>
            <p:cNvPr id="20" name="object 2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706" y="4539128"/>
              <a:ext cx="20088393" cy="157063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706" y="4539128"/>
              <a:ext cx="20088393" cy="157063"/>
            </a:xfrm>
            <a:prstGeom prst="rect">
              <a:avLst/>
            </a:prstGeom>
          </p:spPr>
        </p:pic>
      </p:grpSp>
      <p:sp>
        <p:nvSpPr>
          <p:cNvPr id="22" name="object 22" descr=""/>
          <p:cNvSpPr/>
          <p:nvPr/>
        </p:nvSpPr>
        <p:spPr>
          <a:xfrm>
            <a:off x="15706" y="4806136"/>
            <a:ext cx="20080605" cy="400685"/>
          </a:xfrm>
          <a:custGeom>
            <a:avLst/>
            <a:gdLst/>
            <a:ahLst/>
            <a:cxnLst/>
            <a:rect l="l" t="t" r="r" b="b"/>
            <a:pathLst>
              <a:path w="20080605" h="400685">
                <a:moveTo>
                  <a:pt x="20080541" y="400511"/>
                </a:moveTo>
                <a:lnTo>
                  <a:pt x="0" y="40051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00511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15706" y="5371564"/>
            <a:ext cx="20080605" cy="1343025"/>
          </a:xfrm>
          <a:custGeom>
            <a:avLst/>
            <a:gdLst/>
            <a:ahLst/>
            <a:cxnLst/>
            <a:rect l="l" t="t" r="r" b="b"/>
            <a:pathLst>
              <a:path w="20080605" h="1343025">
                <a:moveTo>
                  <a:pt x="20080541" y="1342891"/>
                </a:moveTo>
                <a:lnTo>
                  <a:pt x="0" y="134289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342891"/>
                </a:lnTo>
                <a:close/>
              </a:path>
            </a:pathLst>
          </a:custGeom>
          <a:solidFill>
            <a:srgbClr val="1315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15706" y="6769427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1315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928079" y="2790226"/>
            <a:ext cx="8032115" cy="4297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88315" marR="598170" indent="-476250">
              <a:lnSpc>
                <a:spcPct val="134600"/>
              </a:lnSpc>
              <a:spcBef>
                <a:spcPts val="100"/>
              </a:spcBef>
              <a:tabLst>
                <a:tab pos="493395" algn="l"/>
                <a:tab pos="1509395" algn="l"/>
                <a:tab pos="3505835" algn="l"/>
                <a:tab pos="5146675" algn="l"/>
                <a:tab pos="5454650" algn="l"/>
              </a:tabLst>
            </a:pPr>
            <a:r>
              <a:rPr dirty="0" sz="2450" spc="-50">
                <a:solidFill>
                  <a:srgbClr val="C6AE49"/>
                </a:solidFill>
                <a:latin typeface="Arial MT"/>
                <a:cs typeface="Arial MT"/>
              </a:rPr>
              <a:t>+</a:t>
            </a:r>
            <a:r>
              <a:rPr dirty="0" sz="2450">
                <a:solidFill>
                  <a:srgbClr val="C6AE49"/>
                </a:solidFill>
                <a:latin typeface="Arial MT"/>
                <a:cs typeface="Arial MT"/>
              </a:rPr>
              <a:t>		</a:t>
            </a:r>
            <a:r>
              <a:rPr dirty="0" sz="2450" spc="50">
                <a:solidFill>
                  <a:srgbClr val="B8B8B8"/>
                </a:solidFill>
                <a:latin typeface="Arial MT"/>
                <a:cs typeface="Arial MT"/>
              </a:rPr>
              <a:t>The</a:t>
            </a:r>
            <a:r>
              <a:rPr dirty="0" sz="2450" spc="25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dirty="0" sz="2450" spc="50">
                <a:solidFill>
                  <a:srgbClr val="C1C1C1"/>
                </a:solidFill>
                <a:latin typeface="Arial MT"/>
                <a:cs typeface="Arial MT"/>
              </a:rPr>
              <a:t>Cinema</a:t>
            </a:r>
            <a:r>
              <a:rPr dirty="0" sz="2450" spc="110">
                <a:solidFill>
                  <a:srgbClr val="C1C1C1"/>
                </a:solidFill>
                <a:latin typeface="Arial MT"/>
                <a:cs typeface="Arial MT"/>
              </a:rPr>
              <a:t> </a:t>
            </a:r>
            <a:r>
              <a:rPr dirty="0" sz="2450" spc="55">
                <a:solidFill>
                  <a:srgbClr val="B8B8B8"/>
                </a:solidFill>
                <a:latin typeface="Arial MT"/>
                <a:cs typeface="Arial MT"/>
              </a:rPr>
              <a:t>Player</a:t>
            </a:r>
            <a:r>
              <a:rPr dirty="0" sz="2450" spc="24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B5B5B5"/>
                </a:solidFill>
                <a:latin typeface="Arial MT"/>
                <a:cs typeface="Arial MT"/>
              </a:rPr>
              <a:t>(</a:t>
            </a:r>
            <a:r>
              <a:rPr dirty="0" sz="2450" spc="180">
                <a:solidFill>
                  <a:srgbClr val="B5B5B5"/>
                </a:solidFill>
                <a:latin typeface="Arial MT"/>
                <a:cs typeface="Arial MT"/>
              </a:rPr>
              <a:t> </a:t>
            </a:r>
            <a:r>
              <a:rPr dirty="0" sz="2450" spc="-100">
                <a:solidFill>
                  <a:srgbClr val="AEAEAE"/>
                </a:solidFill>
                <a:latin typeface="Arial MT"/>
                <a:cs typeface="Arial MT"/>
              </a:rPr>
              <a:t>watch</a:t>
            </a:r>
            <a:r>
              <a:rPr dirty="0" sz="2450" spc="-290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2450" spc="-50">
                <a:solidFill>
                  <a:srgbClr val="A8A8A8"/>
                </a:solidFill>
                <a:latin typeface="Arial MT"/>
                <a:cs typeface="Arial MT"/>
              </a:rPr>
              <a:t>.</a:t>
            </a:r>
            <a:r>
              <a:rPr dirty="0" sz="2450" spc="-26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A5A5A5"/>
                </a:solidFill>
                <a:latin typeface="Arial MT"/>
                <a:cs typeface="Arial MT"/>
              </a:rPr>
              <a:t>php</a:t>
            </a:r>
            <a:r>
              <a:rPr dirty="0" sz="2450">
                <a:solidFill>
                  <a:srgbClr val="A5A5A5"/>
                </a:solidFill>
                <a:latin typeface="Arial MT"/>
                <a:cs typeface="Arial MT"/>
              </a:rPr>
              <a:t>	</a:t>
            </a:r>
            <a:r>
              <a:rPr dirty="0" sz="2450" spc="-25">
                <a:solidFill>
                  <a:srgbClr val="B8B8B8"/>
                </a:solidFill>
                <a:latin typeface="Arial MT"/>
                <a:cs typeface="Arial MT"/>
              </a:rPr>
              <a:t>):</a:t>
            </a:r>
            <a:r>
              <a:rPr dirty="0" sz="2450">
                <a:solidFill>
                  <a:srgbClr val="B8B8B8"/>
                </a:solidFill>
                <a:latin typeface="Arial MT"/>
                <a:cs typeface="Arial MT"/>
              </a:rPr>
              <a:t>	</a:t>
            </a:r>
            <a:r>
              <a:rPr dirty="0" sz="2450">
                <a:solidFill>
                  <a:srgbClr val="C1C1C1"/>
                </a:solidFill>
                <a:latin typeface="Arial MT"/>
                <a:cs typeface="Arial MT"/>
              </a:rPr>
              <a:t>HTM</a:t>
            </a:r>
            <a:r>
              <a:rPr dirty="0" sz="2450">
                <a:solidFill>
                  <a:srgbClr val="CDCDCD"/>
                </a:solidFill>
                <a:latin typeface="Arial MT"/>
                <a:cs typeface="Arial MT"/>
              </a:rPr>
              <a:t>LS</a:t>
            </a:r>
            <a:r>
              <a:rPr dirty="0" sz="2450" spc="240">
                <a:solidFill>
                  <a:srgbClr val="CDCDCD"/>
                </a:solidFill>
                <a:latin typeface="Arial MT"/>
                <a:cs typeface="Arial MT"/>
              </a:rPr>
              <a:t> </a:t>
            </a:r>
            <a:r>
              <a:rPr dirty="0" sz="2450" spc="40">
                <a:solidFill>
                  <a:srgbClr val="C3C3C3"/>
                </a:solidFill>
                <a:latin typeface="Arial MT"/>
                <a:cs typeface="Arial MT"/>
              </a:rPr>
              <a:t>video </a:t>
            </a:r>
            <a:r>
              <a:rPr dirty="0" sz="2450" spc="-10">
                <a:solidFill>
                  <a:srgbClr val="BFBFBF"/>
                </a:solidFill>
                <a:latin typeface="Arial MT"/>
                <a:cs typeface="Arial MT"/>
              </a:rPr>
              <a:t>player</a:t>
            </a:r>
            <a:r>
              <a:rPr dirty="0" sz="2450">
                <a:solidFill>
                  <a:srgbClr val="BFBFBF"/>
                </a:solidFill>
                <a:latin typeface="Arial MT"/>
                <a:cs typeface="Arial MT"/>
              </a:rPr>
              <a:t>	</a:t>
            </a:r>
            <a:r>
              <a:rPr dirty="0" sz="2450" spc="65">
                <a:solidFill>
                  <a:srgbClr val="C3C3C3"/>
                </a:solidFill>
                <a:latin typeface="Arial MT"/>
                <a:cs typeface="Arial MT"/>
              </a:rPr>
              <a:t>meticulously</a:t>
            </a:r>
            <a:r>
              <a:rPr dirty="0" sz="2450">
                <a:solidFill>
                  <a:srgbClr val="C3C3C3"/>
                </a:solidFill>
                <a:latin typeface="Arial MT"/>
                <a:cs typeface="Arial MT"/>
              </a:rPr>
              <a:t>	</a:t>
            </a:r>
            <a:r>
              <a:rPr dirty="0" sz="2450" spc="85">
                <a:solidFill>
                  <a:srgbClr val="C3C3C3"/>
                </a:solidFill>
                <a:latin typeface="Arial MT"/>
                <a:cs typeface="Arial MT"/>
              </a:rPr>
              <a:t>optimized</a:t>
            </a:r>
            <a:r>
              <a:rPr dirty="0" sz="2450" spc="340">
                <a:solidFill>
                  <a:srgbClr val="C3C3C3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BDBDBD"/>
                </a:solidFill>
                <a:latin typeface="Arial MT"/>
                <a:cs typeface="Arial MT"/>
              </a:rPr>
              <a:t>for</a:t>
            </a:r>
            <a:r>
              <a:rPr dirty="0" sz="2450" spc="365">
                <a:solidFill>
                  <a:srgbClr val="BDBDBD"/>
                </a:solidFill>
                <a:latin typeface="Arial MT"/>
                <a:cs typeface="Arial MT"/>
              </a:rPr>
              <a:t> </a:t>
            </a:r>
            <a:r>
              <a:rPr dirty="0" sz="2450" spc="50">
                <a:solidFill>
                  <a:srgbClr val="BFBFBF"/>
                </a:solidFill>
                <a:latin typeface="Arial MT"/>
                <a:cs typeface="Arial MT"/>
              </a:rPr>
              <a:t>high</a:t>
            </a:r>
            <a:r>
              <a:rPr dirty="0" sz="2450" spc="-420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2450" spc="80">
                <a:solidFill>
                  <a:srgbClr val="C1C1C1"/>
                </a:solidFill>
                <a:latin typeface="Arial MT"/>
                <a:cs typeface="Arial MT"/>
              </a:rPr>
              <a:t>-</a:t>
            </a:r>
            <a:r>
              <a:rPr dirty="0" sz="2450" spc="90">
                <a:solidFill>
                  <a:srgbClr val="C1C1C1"/>
                </a:solidFill>
                <a:latin typeface="Arial MT"/>
                <a:cs typeface="Arial MT"/>
              </a:rPr>
              <a:t>bitrate</a:t>
            </a:r>
            <a:endParaRPr sz="2450">
              <a:latin typeface="Arial MT"/>
              <a:cs typeface="Arial MT"/>
            </a:endParaRPr>
          </a:p>
          <a:p>
            <a:pPr marL="488315">
              <a:lnSpc>
                <a:spcPct val="100000"/>
              </a:lnSpc>
              <a:spcBef>
                <a:spcPts val="1015"/>
              </a:spcBef>
              <a:tabLst>
                <a:tab pos="2955290" algn="l"/>
              </a:tabLst>
            </a:pPr>
            <a:r>
              <a:rPr dirty="0" sz="2450" spc="95">
                <a:solidFill>
                  <a:srgbClr val="BDBDBD"/>
                </a:solidFill>
                <a:latin typeface="Arial MT"/>
                <a:cs typeface="Arial MT"/>
              </a:rPr>
              <a:t>.</a:t>
            </a:r>
            <a:r>
              <a:rPr dirty="0" sz="2450" spc="95">
                <a:solidFill>
                  <a:srgbClr val="BABABA"/>
                </a:solidFill>
                <a:latin typeface="Arial MT"/>
                <a:cs typeface="Arial MT"/>
              </a:rPr>
              <a:t>mp4</a:t>
            </a:r>
            <a:r>
              <a:rPr dirty="0" sz="2450" spc="320">
                <a:solidFill>
                  <a:srgbClr val="BABABA"/>
                </a:solidFill>
                <a:latin typeface="Arial MT"/>
                <a:cs typeface="Arial MT"/>
              </a:rPr>
              <a:t> </a:t>
            </a:r>
            <a:r>
              <a:rPr dirty="0" sz="2450" spc="55">
                <a:solidFill>
                  <a:srgbClr val="BCBCBC"/>
                </a:solidFill>
                <a:latin typeface="Arial MT"/>
                <a:cs typeface="Arial MT"/>
              </a:rPr>
              <a:t>streaming</a:t>
            </a:r>
            <a:r>
              <a:rPr dirty="0" sz="2450">
                <a:solidFill>
                  <a:srgbClr val="BCBCBC"/>
                </a:solidFill>
                <a:latin typeface="Arial MT"/>
                <a:cs typeface="Arial MT"/>
              </a:rPr>
              <a:t>	</a:t>
            </a:r>
            <a:r>
              <a:rPr dirty="0" sz="2450">
                <a:solidFill>
                  <a:srgbClr val="BABABA"/>
                </a:solidFill>
                <a:latin typeface="Arial MT"/>
                <a:cs typeface="Arial MT"/>
              </a:rPr>
              <a:t>and</a:t>
            </a:r>
            <a:r>
              <a:rPr dirty="0" sz="2450" spc="240">
                <a:solidFill>
                  <a:srgbClr val="BABABA"/>
                </a:solidFill>
                <a:latin typeface="Arial MT"/>
                <a:cs typeface="Arial MT"/>
              </a:rPr>
              <a:t> </a:t>
            </a:r>
            <a:r>
              <a:rPr dirty="0" sz="2450" spc="65">
                <a:solidFill>
                  <a:srgbClr val="CACACA"/>
                </a:solidFill>
                <a:latin typeface="Arial MT"/>
                <a:cs typeface="Arial MT"/>
              </a:rPr>
              <a:t>buffering.</a:t>
            </a:r>
            <a:endParaRPr sz="2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2450">
              <a:latin typeface="Arial MT"/>
              <a:cs typeface="Arial MT"/>
            </a:endParaRPr>
          </a:p>
          <a:p>
            <a:pPr marL="487680" marR="5080" indent="-475615">
              <a:lnSpc>
                <a:spcPct val="134600"/>
              </a:lnSpc>
              <a:spcBef>
                <a:spcPts val="5"/>
              </a:spcBef>
              <a:tabLst>
                <a:tab pos="484505" algn="l"/>
                <a:tab pos="880744" algn="l"/>
                <a:tab pos="2529840" algn="l"/>
                <a:tab pos="4234815" algn="l"/>
                <a:tab pos="6238240" algn="l"/>
                <a:tab pos="6571615" algn="l"/>
              </a:tabLst>
            </a:pPr>
            <a:r>
              <a:rPr dirty="0" sz="2450" spc="60">
                <a:solidFill>
                  <a:srgbClr val="CDA836"/>
                </a:solidFill>
                <a:latin typeface="Arial MT"/>
                <a:cs typeface="Arial MT"/>
              </a:rPr>
              <a:t>+</a:t>
            </a:r>
            <a:r>
              <a:rPr dirty="0" sz="2450">
                <a:solidFill>
                  <a:srgbClr val="CDA836"/>
                </a:solidFill>
                <a:latin typeface="Arial MT"/>
                <a:cs typeface="Arial MT"/>
              </a:rPr>
              <a:t>	</a:t>
            </a:r>
            <a:r>
              <a:rPr dirty="0" sz="2450" spc="65">
                <a:solidFill>
                  <a:srgbClr val="BFBFBF"/>
                </a:solidFill>
                <a:latin typeface="Arial MT"/>
                <a:cs typeface="Arial MT"/>
              </a:rPr>
              <a:t>Dynamic</a:t>
            </a:r>
            <a:r>
              <a:rPr dirty="0" sz="2450" spc="200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2450" spc="80">
                <a:solidFill>
                  <a:srgbClr val="BCBCBC"/>
                </a:solidFill>
                <a:latin typeface="Arial MT"/>
                <a:cs typeface="Arial MT"/>
              </a:rPr>
              <a:t>Mapping:</a:t>
            </a:r>
            <a:r>
              <a:rPr dirty="0" sz="2450" spc="225">
                <a:solidFill>
                  <a:srgbClr val="BCBCBC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B5B5B5"/>
                </a:solidFill>
                <a:latin typeface="Arial MT"/>
                <a:cs typeface="Arial MT"/>
              </a:rPr>
              <a:t>PH</a:t>
            </a:r>
            <a:r>
              <a:rPr dirty="0" sz="2450">
                <a:solidFill>
                  <a:srgbClr val="B6B6B6"/>
                </a:solidFill>
                <a:latin typeface="Arial MT"/>
                <a:cs typeface="Arial MT"/>
              </a:rPr>
              <a:t>P</a:t>
            </a:r>
            <a:r>
              <a:rPr dirty="0" sz="2450" spc="280">
                <a:solidFill>
                  <a:srgbClr val="B6B6B6"/>
                </a:solidFill>
                <a:latin typeface="Arial MT"/>
                <a:cs typeface="Arial MT"/>
              </a:rPr>
              <a:t> </a:t>
            </a:r>
            <a:r>
              <a:rPr dirty="0" sz="2450" spc="75">
                <a:solidFill>
                  <a:srgbClr val="C1C1C1"/>
                </a:solidFill>
                <a:latin typeface="Arial MT"/>
                <a:cs typeface="Arial MT"/>
              </a:rPr>
              <a:t>securely</a:t>
            </a:r>
            <a:r>
              <a:rPr dirty="0" sz="2450" spc="245">
                <a:solidFill>
                  <a:srgbClr val="C1C1C1"/>
                </a:solidFill>
                <a:latin typeface="Arial MT"/>
                <a:cs typeface="Arial MT"/>
              </a:rPr>
              <a:t> </a:t>
            </a:r>
            <a:r>
              <a:rPr dirty="0" sz="2450" spc="90">
                <a:solidFill>
                  <a:srgbClr val="BDBDBD"/>
                </a:solidFill>
                <a:latin typeface="Arial MT"/>
                <a:cs typeface="Arial MT"/>
              </a:rPr>
              <a:t>routes</a:t>
            </a:r>
            <a:r>
              <a:rPr dirty="0" sz="2450">
                <a:solidFill>
                  <a:srgbClr val="BDBDBD"/>
                </a:solidFill>
                <a:latin typeface="Arial MT"/>
                <a:cs typeface="Arial MT"/>
              </a:rPr>
              <a:t>	</a:t>
            </a:r>
            <a:r>
              <a:rPr dirty="0" sz="2450" spc="60">
                <a:solidFill>
                  <a:srgbClr val="C3C3C3"/>
                </a:solidFill>
                <a:latin typeface="Arial MT"/>
                <a:cs typeface="Arial MT"/>
              </a:rPr>
              <a:t>Movie</a:t>
            </a:r>
            <a:r>
              <a:rPr dirty="0" sz="2450" spc="270">
                <a:solidFill>
                  <a:srgbClr val="C3C3C3"/>
                </a:solidFill>
                <a:latin typeface="Arial MT"/>
                <a:cs typeface="Arial MT"/>
              </a:rPr>
              <a:t> </a:t>
            </a:r>
            <a:r>
              <a:rPr dirty="0" sz="2450" spc="-40">
                <a:solidFill>
                  <a:srgbClr val="BCBCBC"/>
                </a:solidFill>
                <a:latin typeface="Arial MT"/>
                <a:cs typeface="Arial MT"/>
              </a:rPr>
              <a:t>IDs </a:t>
            </a:r>
            <a:r>
              <a:rPr dirty="0" sz="2450" spc="-25">
                <a:solidFill>
                  <a:srgbClr val="BDBDBD"/>
                </a:solidFill>
                <a:latin typeface="Arial MT"/>
                <a:cs typeface="Arial MT"/>
              </a:rPr>
              <a:t>to</a:t>
            </a:r>
            <a:r>
              <a:rPr dirty="0" sz="2450">
                <a:solidFill>
                  <a:srgbClr val="BDBDBD"/>
                </a:solidFill>
                <a:latin typeface="Arial MT"/>
                <a:cs typeface="Arial MT"/>
              </a:rPr>
              <a:t>	</a:t>
            </a:r>
            <a:r>
              <a:rPr dirty="0" sz="2450" spc="90">
                <a:solidFill>
                  <a:srgbClr val="C3C3C3"/>
                </a:solidFill>
                <a:latin typeface="Arial MT"/>
                <a:cs typeface="Arial MT"/>
              </a:rPr>
              <a:t>protected,</a:t>
            </a:r>
            <a:r>
              <a:rPr dirty="0" sz="2450">
                <a:solidFill>
                  <a:srgbClr val="C3C3C3"/>
                </a:solidFill>
                <a:latin typeface="Arial MT"/>
                <a:cs typeface="Arial MT"/>
              </a:rPr>
              <a:t>	</a:t>
            </a:r>
            <a:r>
              <a:rPr dirty="0" sz="2450" spc="50">
                <a:solidFill>
                  <a:srgbClr val="BCBCBC"/>
                </a:solidFill>
                <a:latin typeface="Arial MT"/>
                <a:cs typeface="Arial MT"/>
              </a:rPr>
              <a:t>non</a:t>
            </a:r>
            <a:r>
              <a:rPr dirty="0" sz="2450" spc="-430">
                <a:solidFill>
                  <a:srgbClr val="BCBCBC"/>
                </a:solidFill>
                <a:latin typeface="Arial MT"/>
                <a:cs typeface="Arial MT"/>
              </a:rPr>
              <a:t> </a:t>
            </a:r>
            <a:r>
              <a:rPr dirty="0" sz="2450" spc="55">
                <a:solidFill>
                  <a:srgbClr val="C6C6C6"/>
                </a:solidFill>
                <a:latin typeface="Arial MT"/>
                <a:cs typeface="Arial MT"/>
              </a:rPr>
              <a:t>-</a:t>
            </a:r>
            <a:r>
              <a:rPr dirty="0" sz="2450" spc="60">
                <a:solidFill>
                  <a:srgbClr val="C6C6C6"/>
                </a:solidFill>
                <a:latin typeface="Arial MT"/>
                <a:cs typeface="Arial MT"/>
              </a:rPr>
              <a:t>public</a:t>
            </a:r>
            <a:r>
              <a:rPr dirty="0" sz="2450">
                <a:solidFill>
                  <a:srgbClr val="C6C6C6"/>
                </a:solidFill>
                <a:latin typeface="Arial MT"/>
                <a:cs typeface="Arial MT"/>
              </a:rPr>
              <a:t>	</a:t>
            </a:r>
            <a:r>
              <a:rPr dirty="0" sz="2450" spc="50">
                <a:solidFill>
                  <a:srgbClr val="C1C1C1"/>
                </a:solidFill>
                <a:latin typeface="Arial MT"/>
                <a:cs typeface="Arial MT"/>
              </a:rPr>
              <a:t>video</a:t>
            </a:r>
            <a:r>
              <a:rPr dirty="0" sz="2450" spc="245">
                <a:solidFill>
                  <a:srgbClr val="C1C1C1"/>
                </a:solidFill>
                <a:latin typeface="Arial MT"/>
                <a:cs typeface="Arial MT"/>
              </a:rPr>
              <a:t> </a:t>
            </a:r>
            <a:r>
              <a:rPr dirty="0" sz="2450" spc="60">
                <a:solidFill>
                  <a:srgbClr val="BFBFBF"/>
                </a:solidFill>
                <a:latin typeface="Arial MT"/>
                <a:cs typeface="Arial MT"/>
              </a:rPr>
              <a:t>assets</a:t>
            </a:r>
            <a:r>
              <a:rPr dirty="0" sz="2450">
                <a:solidFill>
                  <a:srgbClr val="BFBFBF"/>
                </a:solidFill>
                <a:latin typeface="Arial MT"/>
                <a:cs typeface="Arial MT"/>
              </a:rPr>
              <a:t>	</a:t>
            </a:r>
            <a:r>
              <a:rPr dirty="0" sz="2450">
                <a:solidFill>
                  <a:srgbClr val="BDBDBD"/>
                </a:solidFill>
                <a:latin typeface="Arial MT"/>
                <a:cs typeface="Arial MT"/>
              </a:rPr>
              <a:t>(e.g.,</a:t>
            </a:r>
            <a:r>
              <a:rPr dirty="0" sz="2450" spc="185">
                <a:solidFill>
                  <a:srgbClr val="BDBDBD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B8B8B8"/>
                </a:solidFill>
                <a:latin typeface="Arial MT"/>
                <a:cs typeface="Arial MT"/>
              </a:rPr>
              <a:t>ID</a:t>
            </a:r>
            <a:r>
              <a:rPr dirty="0" sz="2450" spc="204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dirty="0" sz="2450" spc="-50">
                <a:solidFill>
                  <a:srgbClr val="B6B6B6"/>
                </a:solidFill>
                <a:latin typeface="Arial MT"/>
                <a:cs typeface="Arial MT"/>
              </a:rPr>
              <a:t>6</a:t>
            </a:r>
            <a:endParaRPr sz="2450">
              <a:latin typeface="Arial MT"/>
              <a:cs typeface="Arial MT"/>
            </a:endParaRPr>
          </a:p>
          <a:p>
            <a:pPr marL="604520">
              <a:lnSpc>
                <a:spcPct val="100000"/>
              </a:lnSpc>
              <a:spcBef>
                <a:spcPts val="1415"/>
              </a:spcBef>
              <a:tabLst>
                <a:tab pos="2283460" algn="l"/>
              </a:tabLst>
            </a:pPr>
            <a:r>
              <a:rPr dirty="0" sz="2050" spc="105">
                <a:solidFill>
                  <a:srgbClr val="A8A8A8"/>
                </a:solidFill>
                <a:latin typeface="Calibri"/>
                <a:cs typeface="Calibri"/>
              </a:rPr>
              <a:t>B</a:t>
            </a:r>
            <a:r>
              <a:rPr dirty="0" sz="2050" spc="105">
                <a:solidFill>
                  <a:srgbClr val="AAAAAA"/>
                </a:solidFill>
                <a:latin typeface="Calibri"/>
                <a:cs typeface="Calibri"/>
              </a:rPr>
              <a:t>aI</a:t>
            </a:r>
            <a:r>
              <a:rPr dirty="0" sz="2050" spc="165">
                <a:solidFill>
                  <a:srgbClr val="AAAAAA"/>
                </a:solidFill>
                <a:latin typeface="Calibri"/>
                <a:cs typeface="Calibri"/>
              </a:rPr>
              <a:t> </a:t>
            </a:r>
            <a:r>
              <a:rPr dirty="0" sz="2050" spc="-35">
                <a:solidFill>
                  <a:srgbClr val="A3A3A3"/>
                </a:solidFill>
                <a:latin typeface="Calibri"/>
                <a:cs typeface="Calibri"/>
              </a:rPr>
              <a:t>m</a:t>
            </a:r>
            <a:r>
              <a:rPr dirty="0" sz="2050" spc="-35">
                <a:solidFill>
                  <a:srgbClr val="ACACAC"/>
                </a:solidFill>
                <a:latin typeface="Calibri"/>
                <a:cs typeface="Calibri"/>
              </a:rPr>
              <a:t>a</a:t>
            </a:r>
            <a:r>
              <a:rPr dirty="0" sz="2050" spc="-35">
                <a:solidFill>
                  <a:srgbClr val="A1A1A1"/>
                </a:solidFill>
                <a:latin typeface="Calibri"/>
                <a:cs typeface="Calibri"/>
              </a:rPr>
              <a:t>n</a:t>
            </a:r>
            <a:r>
              <a:rPr dirty="0" sz="2050" spc="-60">
                <a:solidFill>
                  <a:srgbClr val="A1A1A1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B1B1B1"/>
                </a:solidFill>
                <a:latin typeface="Calibri"/>
                <a:cs typeface="Calibri"/>
              </a:rPr>
              <a:t>.</a:t>
            </a:r>
            <a:r>
              <a:rPr dirty="0" sz="2050" spc="-35">
                <a:solidFill>
                  <a:srgbClr val="B1B1B1"/>
                </a:solidFill>
                <a:latin typeface="Calibri"/>
                <a:cs typeface="Calibri"/>
              </a:rPr>
              <a:t> </a:t>
            </a:r>
            <a:r>
              <a:rPr dirty="0" sz="2050" spc="-180">
                <a:solidFill>
                  <a:srgbClr val="A3A3A3"/>
                </a:solidFill>
                <a:latin typeface="Calibri"/>
                <a:cs typeface="Calibri"/>
              </a:rPr>
              <a:t>m</a:t>
            </a:r>
            <a:r>
              <a:rPr dirty="0" sz="2050" spc="-180">
                <a:solidFill>
                  <a:srgbClr val="AAAAAA"/>
                </a:solidFill>
                <a:latin typeface="Calibri"/>
                <a:cs typeface="Calibri"/>
              </a:rPr>
              <a:t>p</a:t>
            </a:r>
            <a:r>
              <a:rPr dirty="0" sz="2050" spc="-204">
                <a:solidFill>
                  <a:srgbClr val="AAAAAA"/>
                </a:solidFill>
                <a:latin typeface="Calibri"/>
                <a:cs typeface="Calibri"/>
              </a:rPr>
              <a:t> </a:t>
            </a:r>
            <a:r>
              <a:rPr dirty="0" sz="2050" spc="-50">
                <a:solidFill>
                  <a:srgbClr val="9E9E9E"/>
                </a:solidFill>
                <a:latin typeface="Calibri"/>
                <a:cs typeface="Calibri"/>
              </a:rPr>
              <a:t>4</a:t>
            </a:r>
            <a:r>
              <a:rPr dirty="0" sz="2050">
                <a:solidFill>
                  <a:srgbClr val="9E9E9E"/>
                </a:solidFill>
                <a:latin typeface="Calibri"/>
                <a:cs typeface="Calibri"/>
              </a:rPr>
              <a:t>	</a:t>
            </a:r>
            <a:r>
              <a:rPr dirty="0" sz="2050" spc="-100">
                <a:solidFill>
                  <a:srgbClr val="BABABA"/>
                </a:solidFill>
                <a:latin typeface="Calibri"/>
                <a:cs typeface="Calibri"/>
              </a:rPr>
              <a:t>) </a:t>
            </a:r>
            <a:r>
              <a:rPr dirty="0" sz="2050" spc="-50">
                <a:solidFill>
                  <a:srgbClr val="BABABA"/>
                </a:solidFill>
                <a:latin typeface="Calibri"/>
                <a:cs typeface="Calibri"/>
              </a:rPr>
              <a:t>.</a:t>
            </a:r>
            <a:endParaRPr sz="2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65"/>
              </a:spcBef>
            </a:pPr>
            <a:endParaRPr sz="2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479425" algn="l"/>
                <a:tab pos="4163695" algn="l"/>
                <a:tab pos="5376545" algn="l"/>
              </a:tabLst>
            </a:pPr>
            <a:r>
              <a:rPr dirty="0" sz="2450" spc="-50">
                <a:solidFill>
                  <a:srgbClr val="C6AF49"/>
                </a:solidFill>
                <a:latin typeface="Arial MT"/>
                <a:cs typeface="Arial MT"/>
              </a:rPr>
              <a:t>+</a:t>
            </a:r>
            <a:r>
              <a:rPr dirty="0" sz="2450">
                <a:solidFill>
                  <a:srgbClr val="C6AF49"/>
                </a:solidFill>
                <a:latin typeface="Arial MT"/>
                <a:cs typeface="Arial MT"/>
              </a:rPr>
              <a:t>	</a:t>
            </a:r>
            <a:r>
              <a:rPr dirty="0" sz="2450" spc="150">
                <a:solidFill>
                  <a:srgbClr val="C3C3C3"/>
                </a:solidFill>
                <a:latin typeface="Arial MT"/>
                <a:cs typeface="Arial MT"/>
              </a:rPr>
              <a:t>Interactivity:</a:t>
            </a:r>
            <a:r>
              <a:rPr dirty="0" sz="2450" spc="10">
                <a:solidFill>
                  <a:srgbClr val="C3C3C3"/>
                </a:solidFill>
                <a:latin typeface="Arial MT"/>
                <a:cs typeface="Arial MT"/>
              </a:rPr>
              <a:t> </a:t>
            </a:r>
            <a:r>
              <a:rPr dirty="0" sz="2450" spc="60">
                <a:solidFill>
                  <a:srgbClr val="BCBCBC"/>
                </a:solidFill>
                <a:latin typeface="Arial MT"/>
                <a:cs typeface="Arial MT"/>
              </a:rPr>
              <a:t>Immersive</a:t>
            </a:r>
            <a:r>
              <a:rPr dirty="0" sz="2450">
                <a:solidFill>
                  <a:srgbClr val="BCBCBC"/>
                </a:solidFill>
                <a:latin typeface="Arial MT"/>
                <a:cs typeface="Arial MT"/>
              </a:rPr>
              <a:t>	</a:t>
            </a:r>
            <a:r>
              <a:rPr dirty="0" sz="2450" spc="95">
                <a:solidFill>
                  <a:srgbClr val="C3C3C3"/>
                </a:solidFill>
                <a:latin typeface="Arial MT"/>
                <a:cs typeface="Arial MT"/>
              </a:rPr>
              <a:t>custom</a:t>
            </a:r>
            <a:r>
              <a:rPr dirty="0" sz="2450">
                <a:solidFill>
                  <a:srgbClr val="C3C3C3"/>
                </a:solidFill>
                <a:latin typeface="Arial MT"/>
                <a:cs typeface="Arial MT"/>
              </a:rPr>
              <a:t>	</a:t>
            </a:r>
            <a:r>
              <a:rPr dirty="0" sz="2450">
                <a:solidFill>
                  <a:srgbClr val="B8B8B8"/>
                </a:solidFill>
                <a:latin typeface="Arial MT"/>
                <a:cs typeface="Arial MT"/>
              </a:rPr>
              <a:t>UI</a:t>
            </a:r>
            <a:r>
              <a:rPr dirty="0" sz="2450" spc="9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dirty="0" sz="2450" spc="65">
                <a:solidFill>
                  <a:srgbClr val="BFBFBF"/>
                </a:solidFill>
                <a:latin typeface="Arial MT"/>
                <a:cs typeface="Arial MT"/>
              </a:rPr>
              <a:t>overlays</a:t>
            </a:r>
            <a:r>
              <a:rPr dirty="0" sz="2450" spc="295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B8B8B8"/>
                </a:solidFill>
                <a:latin typeface="Arial MT"/>
                <a:cs typeface="Arial MT"/>
              </a:rPr>
              <a:t>for</a:t>
            </a:r>
            <a:endParaRPr sz="2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7477" y="3329741"/>
            <a:ext cx="8371472" cy="6282531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706" y="816729"/>
            <a:ext cx="20080605" cy="699135"/>
          </a:xfrm>
          <a:custGeom>
            <a:avLst/>
            <a:gdLst/>
            <a:ahLst/>
            <a:cxnLst/>
            <a:rect l="l" t="t" r="r" b="b"/>
            <a:pathLst>
              <a:path w="20080605" h="699135">
                <a:moveTo>
                  <a:pt x="20080541" y="698931"/>
                </a:moveTo>
                <a:lnTo>
                  <a:pt x="0" y="69893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98931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7251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20"/>
              </a:spcBef>
            </a:pPr>
            <a:r>
              <a:rPr dirty="0" sz="6550"/>
              <a:t>Data</a:t>
            </a:r>
            <a:r>
              <a:rPr dirty="0" sz="6550" spc="-345"/>
              <a:t> </a:t>
            </a:r>
            <a:r>
              <a:rPr dirty="0" sz="6550" spc="-120"/>
              <a:t>Ecosystem</a:t>
            </a:r>
            <a:endParaRPr sz="6550"/>
          </a:p>
        </p:txBody>
      </p:sp>
      <p:sp>
        <p:nvSpPr>
          <p:cNvPr id="5" name="object 5" descr=""/>
          <p:cNvSpPr/>
          <p:nvPr/>
        </p:nvSpPr>
        <p:spPr>
          <a:xfrm>
            <a:off x="15706" y="2937083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1617751" y="3329741"/>
            <a:ext cx="188595" cy="6345555"/>
            <a:chOff x="1617751" y="3329741"/>
            <a:chExt cx="188595" cy="6345555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7751" y="4334946"/>
              <a:ext cx="188475" cy="251301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17751" y="5717103"/>
              <a:ext cx="188475" cy="251301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17751" y="7099260"/>
              <a:ext cx="188475" cy="251301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17751" y="7978814"/>
              <a:ext cx="188475" cy="251301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17751" y="8858369"/>
              <a:ext cx="188475" cy="251301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17751" y="3329741"/>
              <a:ext cx="188475" cy="6345356"/>
            </a:xfrm>
            <a:prstGeom prst="rect">
              <a:avLst/>
            </a:prstGeom>
          </p:spPr>
        </p:pic>
      </p:grpSp>
      <p:sp>
        <p:nvSpPr>
          <p:cNvPr id="13" name="object 13" descr=""/>
          <p:cNvSpPr/>
          <p:nvPr/>
        </p:nvSpPr>
        <p:spPr>
          <a:xfrm>
            <a:off x="2041822" y="3329741"/>
            <a:ext cx="6353810" cy="6337935"/>
          </a:xfrm>
          <a:custGeom>
            <a:avLst/>
            <a:gdLst/>
            <a:ahLst/>
            <a:cxnLst/>
            <a:rect l="l" t="t" r="r" b="b"/>
            <a:pathLst>
              <a:path w="6353809" h="6337934">
                <a:moveTo>
                  <a:pt x="6353210" y="6337503"/>
                </a:moveTo>
                <a:lnTo>
                  <a:pt x="0" y="6337503"/>
                </a:lnTo>
                <a:lnTo>
                  <a:pt x="0" y="0"/>
                </a:lnTo>
                <a:lnTo>
                  <a:pt x="6353210" y="0"/>
                </a:lnTo>
                <a:lnTo>
                  <a:pt x="6353210" y="6337503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461283" y="2707663"/>
            <a:ext cx="6950709" cy="6956425"/>
          </a:xfrm>
          <a:prstGeom prst="rect">
            <a:avLst/>
          </a:prstGeom>
        </p:spPr>
        <p:txBody>
          <a:bodyPr wrap="square" lIns="0" tIns="148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713740" algn="l"/>
                <a:tab pos="1602740" algn="l"/>
              </a:tabLst>
            </a:pPr>
            <a:r>
              <a:rPr dirty="0" sz="2550" spc="-50">
                <a:solidFill>
                  <a:srgbClr val="B5B5B5"/>
                </a:solidFill>
                <a:latin typeface="Calibri"/>
                <a:cs typeface="Calibri"/>
              </a:rPr>
              <a:t>4</a:t>
            </a:r>
            <a:r>
              <a:rPr dirty="0" sz="2550">
                <a:solidFill>
                  <a:srgbClr val="B5B5B5"/>
                </a:solidFill>
                <a:latin typeface="Calibri"/>
                <a:cs typeface="Calibri"/>
              </a:rPr>
              <a:t>	</a:t>
            </a:r>
            <a:r>
              <a:rPr dirty="0" sz="2550" spc="50">
                <a:solidFill>
                  <a:srgbClr val="B3B3B3"/>
                </a:solidFill>
                <a:latin typeface="Calibri"/>
                <a:cs typeface="Calibri"/>
              </a:rPr>
              <a:t>users</a:t>
            </a:r>
            <a:r>
              <a:rPr dirty="0" sz="2550">
                <a:solidFill>
                  <a:srgbClr val="B3B3B3"/>
                </a:solidFill>
                <a:latin typeface="Calibri"/>
                <a:cs typeface="Calibri"/>
              </a:rPr>
              <a:t>	</a:t>
            </a:r>
            <a:r>
              <a:rPr dirty="0" sz="2550">
                <a:solidFill>
                  <a:srgbClr val="CFCFCF"/>
                </a:solidFill>
                <a:latin typeface="Calibri"/>
                <a:cs typeface="Calibri"/>
              </a:rPr>
              <a:t>:</a:t>
            </a:r>
            <a:r>
              <a:rPr dirty="0" sz="2550" spc="270">
                <a:solidFill>
                  <a:srgbClr val="CFCFCF"/>
                </a:solidFill>
                <a:latin typeface="Calibri"/>
                <a:cs typeface="Calibri"/>
              </a:rPr>
              <a:t> </a:t>
            </a:r>
            <a:r>
              <a:rPr dirty="0" sz="2550" spc="125">
                <a:solidFill>
                  <a:srgbClr val="C1C1C1"/>
                </a:solidFill>
                <a:latin typeface="Calibri"/>
                <a:cs typeface="Calibri"/>
              </a:rPr>
              <a:t>Profiles,</a:t>
            </a:r>
            <a:r>
              <a:rPr dirty="0" sz="2550" spc="300">
                <a:solidFill>
                  <a:srgbClr val="C1C1C1"/>
                </a:solidFill>
                <a:latin typeface="Calibri"/>
                <a:cs typeface="Calibri"/>
              </a:rPr>
              <a:t> </a:t>
            </a:r>
            <a:r>
              <a:rPr dirty="0" sz="2550" spc="170">
                <a:solidFill>
                  <a:srgbClr val="C3C3C3"/>
                </a:solidFill>
                <a:latin typeface="Calibri"/>
                <a:cs typeface="Calibri"/>
              </a:rPr>
              <a:t>hashed</a:t>
            </a:r>
            <a:r>
              <a:rPr dirty="0" sz="2550" spc="245">
                <a:solidFill>
                  <a:srgbClr val="C3C3C3"/>
                </a:solidFill>
                <a:latin typeface="Calibri"/>
                <a:cs typeface="Calibri"/>
              </a:rPr>
              <a:t> </a:t>
            </a:r>
            <a:r>
              <a:rPr dirty="0" sz="2550" spc="155">
                <a:solidFill>
                  <a:srgbClr val="C3C3C3"/>
                </a:solidFill>
                <a:latin typeface="Calibri"/>
                <a:cs typeface="Calibri"/>
              </a:rPr>
              <a:t>passwords,</a:t>
            </a:r>
            <a:endParaRPr sz="2550">
              <a:latin typeface="Calibri"/>
              <a:cs typeface="Calibri"/>
            </a:endParaRPr>
          </a:p>
          <a:p>
            <a:pPr marL="607695">
              <a:lnSpc>
                <a:spcPct val="100000"/>
              </a:lnSpc>
              <a:spcBef>
                <a:spcPts val="1000"/>
              </a:spcBef>
            </a:pPr>
            <a:r>
              <a:rPr dirty="0" sz="2450" spc="60">
                <a:solidFill>
                  <a:srgbClr val="C3C3C3"/>
                </a:solidFill>
                <a:latin typeface="Arial MT"/>
                <a:cs typeface="Arial MT"/>
              </a:rPr>
              <a:t>verification.</a:t>
            </a:r>
            <a:endParaRPr sz="2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2450">
              <a:latin typeface="Arial MT"/>
              <a:cs typeface="Arial MT"/>
            </a:endParaRPr>
          </a:p>
          <a:p>
            <a:pPr marL="603250" marR="469900" indent="97155">
              <a:lnSpc>
                <a:spcPct val="134600"/>
              </a:lnSpc>
              <a:tabLst>
                <a:tab pos="1504950" algn="l"/>
                <a:tab pos="1761489" algn="l"/>
                <a:tab pos="4338955" algn="l"/>
              </a:tabLst>
            </a:pPr>
            <a:r>
              <a:rPr dirty="0" sz="2450" spc="-254">
                <a:solidFill>
                  <a:srgbClr val="AFAFAF"/>
                </a:solidFill>
                <a:latin typeface="Arial MT"/>
                <a:cs typeface="Arial MT"/>
              </a:rPr>
              <a:t>no</a:t>
            </a:r>
            <a:r>
              <a:rPr dirty="0" sz="2450" spc="-28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450" spc="-420">
                <a:solidFill>
                  <a:srgbClr val="A7A7A7"/>
                </a:solidFill>
                <a:latin typeface="Arial MT"/>
                <a:cs typeface="Arial MT"/>
              </a:rPr>
              <a:t>v</a:t>
            </a:r>
            <a:r>
              <a:rPr dirty="0" sz="2450" spc="-320">
                <a:solidFill>
                  <a:srgbClr val="A7A7A7"/>
                </a:solidFill>
                <a:latin typeface="Arial MT"/>
                <a:cs typeface="Arial MT"/>
              </a:rPr>
              <a:t> </a:t>
            </a:r>
            <a:r>
              <a:rPr dirty="0" sz="2450" spc="-355">
                <a:solidFill>
                  <a:srgbClr val="A7A7A7"/>
                </a:solidFill>
                <a:latin typeface="Arial MT"/>
                <a:cs typeface="Arial MT"/>
              </a:rPr>
              <a:t>ie</a:t>
            </a:r>
            <a:r>
              <a:rPr dirty="0" sz="2450">
                <a:solidFill>
                  <a:srgbClr val="A7A7A7"/>
                </a:solidFill>
                <a:latin typeface="Arial MT"/>
                <a:cs typeface="Arial MT"/>
              </a:rPr>
              <a:t>	</a:t>
            </a:r>
            <a:r>
              <a:rPr dirty="0" sz="2450" spc="-385">
                <a:solidFill>
                  <a:srgbClr val="B1B1B1"/>
                </a:solidFill>
                <a:latin typeface="Arial MT"/>
                <a:cs typeface="Arial MT"/>
              </a:rPr>
              <a:t>s</a:t>
            </a:r>
            <a:r>
              <a:rPr dirty="0" sz="2450">
                <a:solidFill>
                  <a:srgbClr val="B1B1B1"/>
                </a:solidFill>
                <a:latin typeface="Arial MT"/>
                <a:cs typeface="Arial MT"/>
              </a:rPr>
              <a:t>	</a:t>
            </a:r>
            <a:r>
              <a:rPr dirty="0" sz="2450">
                <a:solidFill>
                  <a:srgbClr val="C3C3C3"/>
                </a:solidFill>
                <a:latin typeface="Arial MT"/>
                <a:cs typeface="Arial MT"/>
              </a:rPr>
              <a:t>:</a:t>
            </a:r>
            <a:r>
              <a:rPr dirty="0" sz="2450" spc="160">
                <a:solidFill>
                  <a:srgbClr val="C3C3C3"/>
                </a:solidFill>
                <a:latin typeface="Arial MT"/>
                <a:cs typeface="Arial MT"/>
              </a:rPr>
              <a:t> </a:t>
            </a:r>
            <a:r>
              <a:rPr dirty="0" sz="2450" spc="50">
                <a:solidFill>
                  <a:srgbClr val="C1C1C1"/>
                </a:solidFill>
                <a:latin typeface="Arial MT"/>
                <a:cs typeface="Arial MT"/>
              </a:rPr>
              <a:t>Central</a:t>
            </a:r>
            <a:r>
              <a:rPr dirty="0" sz="2450" spc="325">
                <a:solidFill>
                  <a:srgbClr val="C1C1C1"/>
                </a:solidFill>
                <a:latin typeface="Arial MT"/>
                <a:cs typeface="Arial MT"/>
              </a:rPr>
              <a:t> </a:t>
            </a:r>
            <a:r>
              <a:rPr dirty="0" sz="2450" spc="40">
                <a:solidFill>
                  <a:srgbClr val="C3C3C3"/>
                </a:solidFill>
                <a:latin typeface="Arial MT"/>
                <a:cs typeface="Arial MT"/>
              </a:rPr>
              <a:t>catalog</a:t>
            </a:r>
            <a:r>
              <a:rPr dirty="0" sz="2450">
                <a:solidFill>
                  <a:srgbClr val="C3C3C3"/>
                </a:solidFill>
                <a:latin typeface="Arial MT"/>
                <a:cs typeface="Arial MT"/>
              </a:rPr>
              <a:t>	</a:t>
            </a:r>
            <a:r>
              <a:rPr dirty="0" sz="2450" spc="50">
                <a:solidFill>
                  <a:srgbClr val="BCBCBC"/>
                </a:solidFill>
                <a:latin typeface="Arial MT"/>
                <a:cs typeface="Arial MT"/>
              </a:rPr>
              <a:t>(Title,</a:t>
            </a:r>
            <a:r>
              <a:rPr dirty="0" sz="2450" spc="229">
                <a:solidFill>
                  <a:srgbClr val="BCBCB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BDBDBD"/>
                </a:solidFill>
                <a:latin typeface="Arial MT"/>
                <a:cs typeface="Arial MT"/>
              </a:rPr>
              <a:t>Trailers, </a:t>
            </a:r>
            <a:r>
              <a:rPr dirty="0" sz="2450" spc="35">
                <a:solidFill>
                  <a:srgbClr val="CDCDCD"/>
                </a:solidFill>
                <a:latin typeface="Arial MT"/>
                <a:cs typeface="Arial MT"/>
              </a:rPr>
              <a:t>Price).</a:t>
            </a:r>
            <a:endParaRPr sz="2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2450">
              <a:latin typeface="Arial MT"/>
              <a:cs typeface="Arial MT"/>
            </a:endParaRPr>
          </a:p>
          <a:p>
            <a:pPr marL="598170" marR="356870" indent="117475">
              <a:lnSpc>
                <a:spcPct val="122100"/>
              </a:lnSpc>
              <a:spcBef>
                <a:spcPts val="5"/>
              </a:spcBef>
              <a:tabLst>
                <a:tab pos="1600835" algn="l"/>
              </a:tabLst>
            </a:pPr>
            <a:r>
              <a:rPr dirty="0" sz="2700" spc="-10">
                <a:solidFill>
                  <a:srgbClr val="ACACAC"/>
                </a:solidFill>
                <a:latin typeface="Calibri"/>
                <a:cs typeface="Calibri"/>
              </a:rPr>
              <a:t>shows</a:t>
            </a:r>
            <a:r>
              <a:rPr dirty="0" sz="2700">
                <a:solidFill>
                  <a:srgbClr val="ACACAC"/>
                </a:solidFill>
                <a:latin typeface="Calibri"/>
                <a:cs typeface="Calibri"/>
              </a:rPr>
              <a:t>	</a:t>
            </a:r>
            <a:r>
              <a:rPr dirty="0" sz="2700">
                <a:solidFill>
                  <a:srgbClr val="CDCDCD"/>
                </a:solidFill>
                <a:latin typeface="Calibri"/>
                <a:cs typeface="Calibri"/>
              </a:rPr>
              <a:t>:</a:t>
            </a:r>
            <a:r>
              <a:rPr dirty="0" sz="2700" spc="229">
                <a:solidFill>
                  <a:srgbClr val="CDCDCD"/>
                </a:solidFill>
                <a:latin typeface="Calibri"/>
                <a:cs typeface="Calibri"/>
              </a:rPr>
              <a:t> </a:t>
            </a:r>
            <a:r>
              <a:rPr dirty="0" sz="2700" spc="105">
                <a:solidFill>
                  <a:srgbClr val="BFBFBF"/>
                </a:solidFill>
                <a:latin typeface="Calibri"/>
                <a:cs typeface="Calibri"/>
              </a:rPr>
              <a:t>Links</a:t>
            </a:r>
            <a:r>
              <a:rPr dirty="0" sz="2700" spc="24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dirty="0" sz="2700" spc="85">
                <a:solidFill>
                  <a:srgbClr val="CACACA"/>
                </a:solidFill>
                <a:latin typeface="Calibri"/>
                <a:cs typeface="Calibri"/>
              </a:rPr>
              <a:t>movies</a:t>
            </a:r>
            <a:r>
              <a:rPr dirty="0" sz="2700" spc="285">
                <a:solidFill>
                  <a:srgbClr val="CACACA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BCBCBC"/>
                </a:solidFill>
                <a:latin typeface="Calibri"/>
                <a:cs typeface="Calibri"/>
              </a:rPr>
              <a:t>to</a:t>
            </a:r>
            <a:r>
              <a:rPr dirty="0" sz="2700" spc="170">
                <a:solidFill>
                  <a:srgbClr val="BCBCBC"/>
                </a:solidFill>
                <a:latin typeface="Calibri"/>
                <a:cs typeface="Calibri"/>
              </a:rPr>
              <a:t> </a:t>
            </a:r>
            <a:r>
              <a:rPr dirty="0" sz="2700" spc="50">
                <a:solidFill>
                  <a:srgbClr val="C1C1C1"/>
                </a:solidFill>
                <a:latin typeface="Calibri"/>
                <a:cs typeface="Calibri"/>
              </a:rPr>
              <a:t>theaters,</a:t>
            </a:r>
            <a:r>
              <a:rPr dirty="0" sz="2700" spc="330">
                <a:solidFill>
                  <a:srgbClr val="C1C1C1"/>
                </a:solidFill>
                <a:latin typeface="Calibri"/>
                <a:cs typeface="Calibri"/>
              </a:rPr>
              <a:t> </a:t>
            </a:r>
            <a:r>
              <a:rPr dirty="0" sz="2700" spc="50">
                <a:solidFill>
                  <a:srgbClr val="C1C1C1"/>
                </a:solidFill>
                <a:latin typeface="Calibri"/>
                <a:cs typeface="Calibri"/>
              </a:rPr>
              <a:t>dates, </a:t>
            </a:r>
            <a:r>
              <a:rPr dirty="0" sz="2700" spc="40">
                <a:solidFill>
                  <a:srgbClr val="CCCCCC"/>
                </a:solidFill>
                <a:latin typeface="Calibri"/>
                <a:cs typeface="Calibri"/>
              </a:rPr>
              <a:t>times.</a:t>
            </a:r>
            <a:endParaRPr sz="2700">
              <a:latin typeface="Calibri"/>
              <a:cs typeface="Calibri"/>
            </a:endParaRPr>
          </a:p>
          <a:p>
            <a:pPr marL="701040" marR="5080" indent="-1270">
              <a:lnSpc>
                <a:spcPts val="6930"/>
              </a:lnSpc>
              <a:spcBef>
                <a:spcPts val="840"/>
              </a:spcBef>
              <a:tabLst>
                <a:tab pos="1485900" algn="l"/>
                <a:tab pos="1659255" algn="l"/>
                <a:tab pos="2059939" algn="l"/>
                <a:tab pos="2860675" algn="l"/>
                <a:tab pos="5736590" algn="l"/>
              </a:tabLst>
            </a:pPr>
            <a:r>
              <a:rPr dirty="0" sz="2450">
                <a:solidFill>
                  <a:srgbClr val="ACACAC"/>
                </a:solidFill>
                <a:latin typeface="Arial MT"/>
                <a:cs typeface="Arial MT"/>
              </a:rPr>
              <a:t>I</a:t>
            </a:r>
            <a:r>
              <a:rPr dirty="0" sz="2450" spc="-15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450" spc="-320">
                <a:solidFill>
                  <a:srgbClr val="AAAAAA"/>
                </a:solidFill>
                <a:latin typeface="Arial MT"/>
                <a:cs typeface="Arial MT"/>
              </a:rPr>
              <a:t>he</a:t>
            </a:r>
            <a:r>
              <a:rPr dirty="0" sz="2450" spc="-31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450" spc="-254">
                <a:solidFill>
                  <a:srgbClr val="ACACAC"/>
                </a:solidFill>
                <a:latin typeface="Arial MT"/>
                <a:cs typeface="Arial MT"/>
              </a:rPr>
              <a:t>aI</a:t>
            </a:r>
            <a:r>
              <a:rPr dirty="0" sz="2450" spc="26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A5A5A5"/>
                </a:solidFill>
                <a:latin typeface="Arial MT"/>
                <a:cs typeface="Arial MT"/>
              </a:rPr>
              <a:t>e</a:t>
            </a:r>
            <a:r>
              <a:rPr dirty="0" sz="2450" spc="-25">
                <a:solidFill>
                  <a:srgbClr val="AFAFAF"/>
                </a:solidFill>
                <a:latin typeface="Arial MT"/>
                <a:cs typeface="Arial MT"/>
              </a:rPr>
              <a:t>rs</a:t>
            </a:r>
            <a:r>
              <a:rPr dirty="0" sz="2450">
                <a:solidFill>
                  <a:srgbClr val="AFAFAF"/>
                </a:solidFill>
                <a:latin typeface="Arial MT"/>
                <a:cs typeface="Arial MT"/>
              </a:rPr>
              <a:t>	</a:t>
            </a:r>
            <a:r>
              <a:rPr dirty="0" sz="2450" spc="-55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C3C3C3"/>
                </a:solidFill>
                <a:latin typeface="Arial MT"/>
                <a:cs typeface="Arial MT"/>
              </a:rPr>
              <a:t>:</a:t>
            </a:r>
            <a:r>
              <a:rPr dirty="0" sz="2450" spc="235">
                <a:solidFill>
                  <a:srgbClr val="C3C3C3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C1C1C1"/>
                </a:solidFill>
                <a:latin typeface="Arial MT"/>
                <a:cs typeface="Arial MT"/>
              </a:rPr>
              <a:t>Venue</a:t>
            </a:r>
            <a:r>
              <a:rPr dirty="0" sz="2450" spc="395">
                <a:solidFill>
                  <a:srgbClr val="C1C1C1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C1C1C1"/>
                </a:solidFill>
                <a:latin typeface="Arial MT"/>
                <a:cs typeface="Arial MT"/>
              </a:rPr>
              <a:t>detail</a:t>
            </a:r>
            <a:r>
              <a:rPr dirty="0" sz="2450" spc="-355">
                <a:solidFill>
                  <a:srgbClr val="C1C1C1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BCBCBC"/>
                </a:solidFill>
                <a:latin typeface="Arial MT"/>
                <a:cs typeface="Arial MT"/>
              </a:rPr>
              <a:t>s</a:t>
            </a:r>
            <a:r>
              <a:rPr dirty="0" sz="2450" spc="305">
                <a:solidFill>
                  <a:srgbClr val="BCBCBC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BFBFBF"/>
                </a:solidFill>
                <a:latin typeface="Arial MT"/>
                <a:cs typeface="Arial MT"/>
              </a:rPr>
              <a:t>and</a:t>
            </a:r>
            <a:r>
              <a:rPr dirty="0" sz="2450" spc="345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BCBCBC"/>
                </a:solidFill>
                <a:latin typeface="Arial MT"/>
                <a:cs typeface="Arial MT"/>
              </a:rPr>
              <a:t>seat</a:t>
            </a:r>
            <a:r>
              <a:rPr dirty="0" sz="2450" spc="380">
                <a:solidFill>
                  <a:srgbClr val="BCBCBC"/>
                </a:solidFill>
                <a:latin typeface="Arial MT"/>
                <a:cs typeface="Arial MT"/>
              </a:rPr>
              <a:t> </a:t>
            </a:r>
            <a:r>
              <a:rPr dirty="0" sz="2450" spc="65">
                <a:solidFill>
                  <a:srgbClr val="C3C3C3"/>
                </a:solidFill>
                <a:latin typeface="Arial MT"/>
                <a:cs typeface="Arial MT"/>
              </a:rPr>
              <a:t>layouts. </a:t>
            </a:r>
            <a:r>
              <a:rPr dirty="0" sz="2300" spc="-225">
                <a:solidFill>
                  <a:srgbClr val="AFAFAF"/>
                </a:solidFill>
                <a:latin typeface="Arial MT"/>
                <a:cs typeface="Arial MT"/>
              </a:rPr>
              <a:t>bo</a:t>
            </a:r>
            <a:r>
              <a:rPr dirty="0" sz="2300" spc="-290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300" spc="-400">
                <a:solidFill>
                  <a:srgbClr val="ACACAC"/>
                </a:solidFill>
                <a:latin typeface="Arial MT"/>
                <a:cs typeface="Arial MT"/>
              </a:rPr>
              <a:t>o</a:t>
            </a:r>
            <a:r>
              <a:rPr dirty="0" sz="2300" spc="-295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300" spc="-25">
                <a:solidFill>
                  <a:srgbClr val="B3B3B3"/>
                </a:solidFill>
                <a:latin typeface="Arial MT"/>
                <a:cs typeface="Arial MT"/>
              </a:rPr>
              <a:t>l‹I</a:t>
            </a:r>
            <a:r>
              <a:rPr dirty="0" sz="2300">
                <a:solidFill>
                  <a:srgbClr val="B3B3B3"/>
                </a:solidFill>
                <a:latin typeface="Arial MT"/>
                <a:cs typeface="Arial MT"/>
              </a:rPr>
              <a:t>	</a:t>
            </a:r>
            <a:r>
              <a:rPr dirty="0" sz="2300" spc="-335">
                <a:solidFill>
                  <a:srgbClr val="AAAAAA"/>
                </a:solidFill>
                <a:latin typeface="Arial MT"/>
                <a:cs typeface="Arial MT"/>
              </a:rPr>
              <a:t>n</a:t>
            </a:r>
            <a:r>
              <a:rPr dirty="0" sz="2300" spc="-34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300" spc="-25">
                <a:solidFill>
                  <a:srgbClr val="B1B1B1"/>
                </a:solidFill>
                <a:latin typeface="Arial MT"/>
                <a:cs typeface="Arial MT"/>
              </a:rPr>
              <a:t>gs</a:t>
            </a:r>
            <a:r>
              <a:rPr dirty="0" sz="2300">
                <a:solidFill>
                  <a:srgbClr val="B1B1B1"/>
                </a:solidFill>
                <a:latin typeface="Arial MT"/>
                <a:cs typeface="Arial MT"/>
              </a:rPr>
              <a:t>	</a:t>
            </a:r>
            <a:r>
              <a:rPr dirty="0" sz="2300">
                <a:solidFill>
                  <a:srgbClr val="C3C3C3"/>
                </a:solidFill>
                <a:latin typeface="Arial MT"/>
                <a:cs typeface="Arial MT"/>
              </a:rPr>
              <a:t>:</a:t>
            </a:r>
            <a:r>
              <a:rPr dirty="0" sz="2300" spc="220">
                <a:solidFill>
                  <a:srgbClr val="C3C3C3"/>
                </a:solidFill>
                <a:latin typeface="Arial MT"/>
                <a:cs typeface="Arial MT"/>
              </a:rPr>
              <a:t> </a:t>
            </a:r>
            <a:r>
              <a:rPr dirty="0" sz="2300" spc="140">
                <a:solidFill>
                  <a:srgbClr val="B8B8B8"/>
                </a:solidFill>
                <a:latin typeface="Arial MT"/>
                <a:cs typeface="Arial MT"/>
              </a:rPr>
              <a:t>T</a:t>
            </a:r>
            <a:r>
              <a:rPr dirty="0" sz="2300" spc="140">
                <a:solidFill>
                  <a:srgbClr val="BABABA"/>
                </a:solidFill>
                <a:latin typeface="Arial MT"/>
                <a:cs typeface="Arial MT"/>
              </a:rPr>
              <a:t>heatr</a:t>
            </a:r>
            <a:r>
              <a:rPr dirty="0" sz="2300" spc="-375">
                <a:solidFill>
                  <a:srgbClr val="BABABA"/>
                </a:solidFill>
                <a:latin typeface="Arial MT"/>
                <a:cs typeface="Arial MT"/>
              </a:rPr>
              <a:t> </a:t>
            </a:r>
            <a:r>
              <a:rPr dirty="0" sz="2300" spc="70">
                <a:solidFill>
                  <a:srgbClr val="C3C3C3"/>
                </a:solidFill>
                <a:latin typeface="Arial MT"/>
                <a:cs typeface="Arial MT"/>
              </a:rPr>
              <a:t>ical</a:t>
            </a:r>
            <a:r>
              <a:rPr dirty="0" sz="2300" spc="275">
                <a:solidFill>
                  <a:srgbClr val="C3C3C3"/>
                </a:solidFill>
                <a:latin typeface="Arial MT"/>
                <a:cs typeface="Arial MT"/>
              </a:rPr>
              <a:t> </a:t>
            </a:r>
            <a:r>
              <a:rPr dirty="0" sz="2300" spc="155">
                <a:solidFill>
                  <a:srgbClr val="BFBFBF"/>
                </a:solidFill>
                <a:latin typeface="Arial MT"/>
                <a:cs typeface="Arial MT"/>
              </a:rPr>
              <a:t>ticket</a:t>
            </a:r>
            <a:r>
              <a:rPr dirty="0" sz="2300" spc="355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2300" spc="135">
                <a:solidFill>
                  <a:srgbClr val="CFCFCF"/>
                </a:solidFill>
                <a:latin typeface="Arial MT"/>
                <a:cs typeface="Arial MT"/>
              </a:rPr>
              <a:t>transactions. </a:t>
            </a:r>
            <a:r>
              <a:rPr dirty="0" sz="2450" spc="-600">
                <a:solidFill>
                  <a:srgbClr val="AFAFAF"/>
                </a:solidFill>
                <a:latin typeface="Arial MT"/>
                <a:cs typeface="Arial MT"/>
              </a:rPr>
              <a:t>mo</a:t>
            </a:r>
            <a:r>
              <a:rPr dirty="0" sz="2450" spc="-229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450" spc="-420">
                <a:solidFill>
                  <a:srgbClr val="A7A7A7"/>
                </a:solidFill>
                <a:latin typeface="Arial MT"/>
                <a:cs typeface="Arial MT"/>
              </a:rPr>
              <a:t>v</a:t>
            </a:r>
            <a:r>
              <a:rPr dirty="0" sz="2450" spc="-330">
                <a:solidFill>
                  <a:srgbClr val="A7A7A7"/>
                </a:solidFill>
                <a:latin typeface="Arial MT"/>
                <a:cs typeface="Arial MT"/>
              </a:rPr>
              <a:t> </a:t>
            </a:r>
            <a:r>
              <a:rPr dirty="0" sz="2450" spc="-355">
                <a:solidFill>
                  <a:srgbClr val="A7A7A7"/>
                </a:solidFill>
                <a:latin typeface="Arial MT"/>
                <a:cs typeface="Arial MT"/>
              </a:rPr>
              <a:t>ie</a:t>
            </a:r>
            <a:r>
              <a:rPr dirty="0" sz="2450">
                <a:solidFill>
                  <a:srgbClr val="A7A7A7"/>
                </a:solidFill>
                <a:latin typeface="Arial MT"/>
                <a:cs typeface="Arial MT"/>
              </a:rPr>
              <a:t>		</a:t>
            </a:r>
            <a:r>
              <a:rPr dirty="0" sz="2450" spc="-35">
                <a:solidFill>
                  <a:srgbClr val="AFAFAF"/>
                </a:solidFill>
                <a:latin typeface="Arial MT"/>
                <a:cs typeface="Arial MT"/>
              </a:rPr>
              <a:t>ren</a:t>
            </a:r>
            <a:r>
              <a:rPr dirty="0" sz="2450" spc="-37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450" spc="-20">
                <a:solidFill>
                  <a:srgbClr val="B3B3B3"/>
                </a:solidFill>
                <a:latin typeface="Arial MT"/>
                <a:cs typeface="Arial MT"/>
              </a:rPr>
              <a:t>t</a:t>
            </a:r>
            <a:r>
              <a:rPr dirty="0" sz="2450" spc="-145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AFAFAF"/>
                </a:solidFill>
                <a:latin typeface="Arial MT"/>
                <a:cs typeface="Arial MT"/>
              </a:rPr>
              <a:t>at</a:t>
            </a:r>
            <a:r>
              <a:rPr dirty="0" sz="2450" spc="-21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450" spc="-385">
                <a:solidFill>
                  <a:srgbClr val="A7A7A7"/>
                </a:solidFill>
                <a:latin typeface="Arial MT"/>
                <a:cs typeface="Arial MT"/>
              </a:rPr>
              <a:t>s</a:t>
            </a:r>
            <a:r>
              <a:rPr dirty="0" sz="2450">
                <a:solidFill>
                  <a:srgbClr val="A7A7A7"/>
                </a:solidFill>
                <a:latin typeface="Arial MT"/>
                <a:cs typeface="Arial MT"/>
              </a:rPr>
              <a:t>	</a:t>
            </a:r>
            <a:r>
              <a:rPr dirty="0" sz="2450">
                <a:solidFill>
                  <a:srgbClr val="CDCDCD"/>
                </a:solidFill>
                <a:latin typeface="Arial MT"/>
                <a:cs typeface="Arial MT"/>
              </a:rPr>
              <a:t>:</a:t>
            </a:r>
            <a:r>
              <a:rPr dirty="0" sz="2450" spc="229">
                <a:solidFill>
                  <a:srgbClr val="CDCDCD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BABABA"/>
                </a:solidFill>
                <a:latin typeface="Arial MT"/>
                <a:cs typeface="Arial MT"/>
              </a:rPr>
              <a:t>Digital</a:t>
            </a:r>
            <a:r>
              <a:rPr dirty="0" sz="2450" spc="340">
                <a:solidFill>
                  <a:srgbClr val="BABABA"/>
                </a:solidFill>
                <a:latin typeface="Arial MT"/>
                <a:cs typeface="Arial MT"/>
              </a:rPr>
              <a:t> </a:t>
            </a:r>
            <a:r>
              <a:rPr dirty="0" sz="2450" spc="65">
                <a:solidFill>
                  <a:srgbClr val="C3C3C3"/>
                </a:solidFill>
                <a:latin typeface="Arial MT"/>
                <a:cs typeface="Arial MT"/>
              </a:rPr>
              <a:t>purchases</a:t>
            </a:r>
            <a:r>
              <a:rPr dirty="0" sz="2450">
                <a:solidFill>
                  <a:srgbClr val="C3C3C3"/>
                </a:solidFill>
                <a:latin typeface="Arial MT"/>
                <a:cs typeface="Arial MT"/>
              </a:rPr>
              <a:t>	</a:t>
            </a:r>
            <a:r>
              <a:rPr dirty="0" sz="2450" spc="-25">
                <a:solidFill>
                  <a:srgbClr val="B6B6B6"/>
                </a:solidFill>
                <a:latin typeface="Arial MT"/>
                <a:cs typeface="Arial MT"/>
              </a:rPr>
              <a:t>and</a:t>
            </a:r>
            <a:endParaRPr sz="2450">
              <a:latin typeface="Arial MT"/>
              <a:cs typeface="Arial MT"/>
            </a:endParaRPr>
          </a:p>
          <a:p>
            <a:pPr marL="600075">
              <a:lnSpc>
                <a:spcPct val="100000"/>
              </a:lnSpc>
              <a:spcBef>
                <a:spcPts val="110"/>
              </a:spcBef>
            </a:pPr>
            <a:r>
              <a:rPr dirty="0" sz="2450" spc="55">
                <a:solidFill>
                  <a:srgbClr val="C3C3C3"/>
                </a:solidFill>
                <a:latin typeface="Arial MT"/>
                <a:cs typeface="Arial MT"/>
              </a:rPr>
              <a:t>expiration.</a:t>
            </a:r>
            <a:endParaRPr sz="2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355857" y="7888502"/>
            <a:ext cx="5167630" cy="0"/>
          </a:xfrm>
          <a:custGeom>
            <a:avLst/>
            <a:gdLst/>
            <a:ahLst/>
            <a:cxnLst/>
            <a:rect l="l" t="t" r="r" b="b"/>
            <a:pathLst>
              <a:path w="5167630" h="0">
                <a:moveTo>
                  <a:pt x="0" y="0"/>
                </a:moveTo>
                <a:lnTo>
                  <a:pt x="5167382" y="0"/>
                </a:lnTo>
              </a:path>
            </a:pathLst>
          </a:custGeom>
          <a:ln w="7853">
            <a:solidFill>
              <a:srgbClr val="1328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2345173" y="7888502"/>
            <a:ext cx="2482215" cy="0"/>
          </a:xfrm>
          <a:custGeom>
            <a:avLst/>
            <a:gdLst/>
            <a:ahLst/>
            <a:cxnLst/>
            <a:rect l="l" t="t" r="r" b="b"/>
            <a:pathLst>
              <a:path w="2482215" h="0">
                <a:moveTo>
                  <a:pt x="0" y="0"/>
                </a:moveTo>
                <a:lnTo>
                  <a:pt x="2481599" y="0"/>
                </a:lnTo>
              </a:path>
            </a:pathLst>
          </a:custGeom>
          <a:ln w="7853">
            <a:solidFill>
              <a:srgbClr val="1328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706" y="2811432"/>
            <a:ext cx="20080605" cy="997585"/>
          </a:xfrm>
          <a:custGeom>
            <a:avLst/>
            <a:gdLst/>
            <a:ahLst/>
            <a:cxnLst/>
            <a:rect l="l" t="t" r="r" b="b"/>
            <a:pathLst>
              <a:path w="20080605" h="997585">
                <a:moveTo>
                  <a:pt x="20080541" y="997351"/>
                </a:moveTo>
                <a:lnTo>
                  <a:pt x="0" y="99735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997351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580086" y="2454502"/>
            <a:ext cx="6910070" cy="140017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0" spc="-325">
                <a:solidFill>
                  <a:srgbClr val="CFAF3B"/>
                </a:solidFill>
                <a:latin typeface="Times New Roman"/>
                <a:cs typeface="Times New Roman"/>
              </a:rPr>
              <a:t>Rcady</a:t>
            </a:r>
            <a:r>
              <a:rPr dirty="0" sz="9000" spc="-250">
                <a:solidFill>
                  <a:srgbClr val="CFAF3B"/>
                </a:solidFill>
                <a:latin typeface="Times New Roman"/>
                <a:cs typeface="Times New Roman"/>
              </a:rPr>
              <a:t> </a:t>
            </a:r>
            <a:r>
              <a:rPr dirty="0" sz="9000">
                <a:solidFill>
                  <a:srgbClr val="D1AF38"/>
                </a:solidFill>
                <a:latin typeface="Times New Roman"/>
                <a:cs typeface="Times New Roman"/>
              </a:rPr>
              <a:t>for</a:t>
            </a:r>
            <a:r>
              <a:rPr dirty="0" sz="9000" spc="-300">
                <a:solidFill>
                  <a:srgbClr val="D1AF38"/>
                </a:solidFill>
                <a:latin typeface="Times New Roman"/>
                <a:cs typeface="Times New Roman"/>
              </a:rPr>
              <a:t> </a:t>
            </a:r>
            <a:r>
              <a:rPr dirty="0" sz="9000" spc="-220">
                <a:solidFill>
                  <a:srgbClr val="CFB32B"/>
                </a:solidFill>
                <a:latin typeface="Times New Roman"/>
                <a:cs typeface="Times New Roman"/>
              </a:rPr>
              <a:t>Scale</a:t>
            </a:r>
            <a:endParaRPr sz="90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5706" y="4444890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5706" y="5324445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5706" y="6203999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4999330" y="4364784"/>
            <a:ext cx="10014585" cy="2164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36575" algn="l"/>
                <a:tab pos="2035175" algn="l"/>
                <a:tab pos="8101965" algn="l"/>
              </a:tabLst>
            </a:pPr>
            <a:r>
              <a:rPr dirty="0" sz="2450" spc="-50">
                <a:solidFill>
                  <a:srgbClr val="B3B3B3"/>
                </a:solidFill>
                <a:latin typeface="Arial MT"/>
                <a:cs typeface="Arial MT"/>
              </a:rPr>
              <a:t>4</a:t>
            </a:r>
            <a:r>
              <a:rPr dirty="0" sz="2450">
                <a:solidFill>
                  <a:srgbClr val="B3B3B3"/>
                </a:solidFill>
                <a:latin typeface="Arial MT"/>
                <a:cs typeface="Arial MT"/>
              </a:rPr>
              <a:t>	</a:t>
            </a:r>
            <a:r>
              <a:rPr dirty="0" sz="2450" spc="-10">
                <a:solidFill>
                  <a:srgbClr val="C3C3C3"/>
                </a:solidFill>
                <a:latin typeface="Arial MT"/>
                <a:cs typeface="Arial MT"/>
              </a:rPr>
              <a:t>Database</a:t>
            </a:r>
            <a:r>
              <a:rPr dirty="0" sz="2450">
                <a:solidFill>
                  <a:srgbClr val="C3C3C3"/>
                </a:solidFill>
                <a:latin typeface="Arial MT"/>
                <a:cs typeface="Arial MT"/>
              </a:rPr>
              <a:t>	</a:t>
            </a:r>
            <a:r>
              <a:rPr dirty="0" sz="2450" spc="114">
                <a:solidFill>
                  <a:srgbClr val="C4C4C4"/>
                </a:solidFill>
                <a:latin typeface="Arial MT"/>
                <a:cs typeface="Arial MT"/>
              </a:rPr>
              <a:t>structured</a:t>
            </a:r>
            <a:r>
              <a:rPr dirty="0" sz="2450" spc="330">
                <a:solidFill>
                  <a:srgbClr val="C4C4C4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C1C1C1"/>
                </a:solidFill>
                <a:latin typeface="Arial MT"/>
                <a:cs typeface="Arial MT"/>
              </a:rPr>
              <a:t>and</a:t>
            </a:r>
            <a:r>
              <a:rPr dirty="0" sz="2450" spc="215">
                <a:solidFill>
                  <a:srgbClr val="C1C1C1"/>
                </a:solidFill>
                <a:latin typeface="Arial MT"/>
                <a:cs typeface="Arial MT"/>
              </a:rPr>
              <a:t> </a:t>
            </a:r>
            <a:r>
              <a:rPr dirty="0" sz="2450" spc="80">
                <a:solidFill>
                  <a:srgbClr val="BFBFBF"/>
                </a:solidFill>
                <a:latin typeface="Arial MT"/>
                <a:cs typeface="Arial MT"/>
              </a:rPr>
              <a:t>indexed</a:t>
            </a:r>
            <a:r>
              <a:rPr dirty="0" sz="2450" spc="265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BABABA"/>
                </a:solidFill>
                <a:latin typeface="Arial MT"/>
                <a:cs typeface="Arial MT"/>
              </a:rPr>
              <a:t>for</a:t>
            </a:r>
            <a:r>
              <a:rPr dirty="0" sz="2450" spc="345">
                <a:solidFill>
                  <a:srgbClr val="BABABA"/>
                </a:solidFill>
                <a:latin typeface="Arial MT"/>
                <a:cs typeface="Arial MT"/>
              </a:rPr>
              <a:t> </a:t>
            </a:r>
            <a:r>
              <a:rPr dirty="0" sz="2450" spc="50">
                <a:solidFill>
                  <a:srgbClr val="BABABA"/>
                </a:solidFill>
                <a:latin typeface="Arial MT"/>
                <a:cs typeface="Arial MT"/>
              </a:rPr>
              <a:t>high</a:t>
            </a:r>
            <a:r>
              <a:rPr dirty="0" sz="2450" spc="-425">
                <a:solidFill>
                  <a:srgbClr val="BABABA"/>
                </a:solidFill>
                <a:latin typeface="Arial MT"/>
                <a:cs typeface="Arial MT"/>
              </a:rPr>
              <a:t> </a:t>
            </a:r>
            <a:r>
              <a:rPr dirty="0" sz="2450" spc="50">
                <a:solidFill>
                  <a:srgbClr val="C6C6C6"/>
                </a:solidFill>
                <a:latin typeface="Arial MT"/>
                <a:cs typeface="Arial MT"/>
              </a:rPr>
              <a:t>-</a:t>
            </a:r>
            <a:r>
              <a:rPr dirty="0" sz="2450" spc="75">
                <a:solidFill>
                  <a:srgbClr val="C6C6C6"/>
                </a:solidFill>
                <a:latin typeface="Arial MT"/>
                <a:cs typeface="Arial MT"/>
              </a:rPr>
              <a:t>volume</a:t>
            </a:r>
            <a:r>
              <a:rPr dirty="0" sz="2450">
                <a:solidFill>
                  <a:srgbClr val="C6C6C6"/>
                </a:solidFill>
                <a:latin typeface="Arial MT"/>
                <a:cs typeface="Arial MT"/>
              </a:rPr>
              <a:t>	</a:t>
            </a:r>
            <a:r>
              <a:rPr dirty="0" sz="2450" spc="70">
                <a:solidFill>
                  <a:srgbClr val="CACACA"/>
                </a:solidFill>
                <a:latin typeface="Arial MT"/>
                <a:cs typeface="Arial MT"/>
              </a:rPr>
              <a:t>transactions.</a:t>
            </a:r>
            <a:endParaRPr sz="2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2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537210" algn="l"/>
                <a:tab pos="2154555" algn="l"/>
                <a:tab pos="3360420" algn="l"/>
              </a:tabLst>
            </a:pPr>
            <a:r>
              <a:rPr dirty="0" sz="2450" spc="-50">
                <a:solidFill>
                  <a:srgbClr val="B3B3B3"/>
                </a:solidFill>
                <a:latin typeface="Arial MT"/>
                <a:cs typeface="Arial MT"/>
              </a:rPr>
              <a:t>4</a:t>
            </a:r>
            <a:r>
              <a:rPr dirty="0" sz="2450">
                <a:solidFill>
                  <a:srgbClr val="B3B3B3"/>
                </a:solidFill>
                <a:latin typeface="Arial MT"/>
                <a:cs typeface="Arial MT"/>
              </a:rPr>
              <a:t>	</a:t>
            </a:r>
            <a:r>
              <a:rPr dirty="0" sz="2450" spc="50">
                <a:solidFill>
                  <a:srgbClr val="BFBFBF"/>
                </a:solidFill>
                <a:latin typeface="Arial MT"/>
                <a:cs typeface="Arial MT"/>
              </a:rPr>
              <a:t>Minimalist</a:t>
            </a:r>
            <a:r>
              <a:rPr dirty="0" sz="2450">
                <a:solidFill>
                  <a:srgbClr val="BFBFBF"/>
                </a:solidFill>
                <a:latin typeface="Arial MT"/>
                <a:cs typeface="Arial MT"/>
              </a:rPr>
              <a:t>	</a:t>
            </a:r>
            <a:r>
              <a:rPr dirty="0" sz="2450" spc="-10">
                <a:solidFill>
                  <a:srgbClr val="C1C1C1"/>
                </a:solidFill>
                <a:latin typeface="Arial MT"/>
                <a:cs typeface="Arial MT"/>
              </a:rPr>
              <a:t>CSS/JS</a:t>
            </a:r>
            <a:r>
              <a:rPr dirty="0" sz="2450">
                <a:solidFill>
                  <a:srgbClr val="C1C1C1"/>
                </a:solidFill>
                <a:latin typeface="Arial MT"/>
                <a:cs typeface="Arial MT"/>
              </a:rPr>
              <a:t>	</a:t>
            </a:r>
            <a:r>
              <a:rPr dirty="0" sz="2450" spc="85">
                <a:solidFill>
                  <a:srgbClr val="C4C4C4"/>
                </a:solidFill>
                <a:latin typeface="Arial MT"/>
                <a:cs typeface="Arial MT"/>
              </a:rPr>
              <a:t>ensures</a:t>
            </a:r>
            <a:r>
              <a:rPr dirty="0" sz="2450" spc="365">
                <a:solidFill>
                  <a:srgbClr val="C4C4C4"/>
                </a:solidFill>
                <a:latin typeface="Arial MT"/>
                <a:cs typeface="Arial MT"/>
              </a:rPr>
              <a:t> </a:t>
            </a:r>
            <a:r>
              <a:rPr dirty="0" sz="2450" spc="100">
                <a:solidFill>
                  <a:srgbClr val="BDBDBD"/>
                </a:solidFill>
                <a:latin typeface="Arial MT"/>
                <a:cs typeface="Arial MT"/>
              </a:rPr>
              <a:t>lightning-fast</a:t>
            </a:r>
            <a:r>
              <a:rPr dirty="0" sz="2450" spc="320">
                <a:solidFill>
                  <a:srgbClr val="BDBDBD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BABABA"/>
                </a:solidFill>
                <a:latin typeface="Arial MT"/>
                <a:cs typeface="Arial MT"/>
              </a:rPr>
              <a:t>load</a:t>
            </a:r>
            <a:r>
              <a:rPr dirty="0" sz="2450" spc="200">
                <a:solidFill>
                  <a:srgbClr val="BABABA"/>
                </a:solidFill>
                <a:latin typeface="Arial MT"/>
                <a:cs typeface="Arial MT"/>
              </a:rPr>
              <a:t> </a:t>
            </a:r>
            <a:r>
              <a:rPr dirty="0" sz="2450" spc="90">
                <a:solidFill>
                  <a:srgbClr val="BDBDBD"/>
                </a:solidFill>
                <a:latin typeface="Arial MT"/>
                <a:cs typeface="Arial MT"/>
              </a:rPr>
              <a:t>times</a:t>
            </a:r>
            <a:r>
              <a:rPr dirty="0" sz="2450" spc="330">
                <a:solidFill>
                  <a:srgbClr val="BDBDBD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C1C1C1"/>
                </a:solidFill>
                <a:latin typeface="Arial MT"/>
                <a:cs typeface="Arial MT"/>
              </a:rPr>
              <a:t>globally.</a:t>
            </a:r>
            <a:endParaRPr sz="2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2450">
              <a:latin typeface="Arial MT"/>
              <a:cs typeface="Arial MT"/>
            </a:endParaRPr>
          </a:p>
          <a:p>
            <a:pPr marL="61594">
              <a:lnSpc>
                <a:spcPct val="100000"/>
              </a:lnSpc>
              <a:spcBef>
                <a:spcPts val="5"/>
              </a:spcBef>
              <a:tabLst>
                <a:tab pos="531495" algn="l"/>
                <a:tab pos="7364095" algn="l"/>
                <a:tab pos="7911465" algn="l"/>
              </a:tabLst>
            </a:pPr>
            <a:r>
              <a:rPr dirty="0" sz="2700">
                <a:solidFill>
                  <a:srgbClr val="B1B1B1"/>
                </a:solidFill>
                <a:latin typeface="Calibri"/>
                <a:cs typeface="Calibri"/>
              </a:rPr>
              <a:t>+	</a:t>
            </a:r>
            <a:r>
              <a:rPr dirty="0" sz="2700">
                <a:solidFill>
                  <a:srgbClr val="BDBDBD"/>
                </a:solidFill>
                <a:latin typeface="Calibri"/>
                <a:cs typeface="Calibri"/>
              </a:rPr>
              <a:t>Built</a:t>
            </a:r>
            <a:r>
              <a:rPr dirty="0" sz="2700" spc="365">
                <a:solidFill>
                  <a:srgbClr val="BDBDBD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BCBCBC"/>
                </a:solidFill>
                <a:latin typeface="Calibri"/>
                <a:cs typeface="Calibri"/>
              </a:rPr>
              <a:t>with</a:t>
            </a:r>
            <a:r>
              <a:rPr dirty="0" sz="2700" spc="320">
                <a:solidFill>
                  <a:srgbClr val="BCBCBC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C1C1C1"/>
                </a:solidFill>
                <a:latin typeface="Calibri"/>
                <a:cs typeface="Calibri"/>
              </a:rPr>
              <a:t>modern</a:t>
            </a:r>
            <a:r>
              <a:rPr dirty="0" sz="2700" spc="420">
                <a:solidFill>
                  <a:srgbClr val="C1C1C1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C3C3C3"/>
                </a:solidFill>
                <a:latin typeface="Calibri"/>
                <a:cs typeface="Calibri"/>
              </a:rPr>
              <a:t>web</a:t>
            </a:r>
            <a:r>
              <a:rPr dirty="0" sz="2700" spc="350">
                <a:solidFill>
                  <a:srgbClr val="C3C3C3"/>
                </a:solidFill>
                <a:latin typeface="Calibri"/>
                <a:cs typeface="Calibri"/>
              </a:rPr>
              <a:t> </a:t>
            </a:r>
            <a:r>
              <a:rPr dirty="0" sz="2700" spc="70">
                <a:solidFill>
                  <a:srgbClr val="CACACA"/>
                </a:solidFill>
                <a:latin typeface="Calibri"/>
                <a:cs typeface="Calibri"/>
              </a:rPr>
              <a:t>security</a:t>
            </a:r>
            <a:r>
              <a:rPr dirty="0" sz="2700" spc="360">
                <a:solidFill>
                  <a:srgbClr val="CACACA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BCBCBC"/>
                </a:solidFill>
                <a:latin typeface="Calibri"/>
                <a:cs typeface="Calibri"/>
              </a:rPr>
              <a:t>and</a:t>
            </a:r>
            <a:r>
              <a:rPr dirty="0" sz="2700" spc="220">
                <a:solidFill>
                  <a:srgbClr val="BCBCBC"/>
                </a:solidFill>
                <a:latin typeface="Calibri"/>
                <a:cs typeface="Calibri"/>
              </a:rPr>
              <a:t> </a:t>
            </a:r>
            <a:r>
              <a:rPr dirty="0" sz="2700" spc="-10">
                <a:solidFill>
                  <a:srgbClr val="C4C4C4"/>
                </a:solidFill>
                <a:latin typeface="Calibri"/>
                <a:cs typeface="Calibri"/>
              </a:rPr>
              <a:t>premium</a:t>
            </a:r>
            <a:r>
              <a:rPr dirty="0" sz="2700">
                <a:solidFill>
                  <a:srgbClr val="C4C4C4"/>
                </a:solidFill>
                <a:latin typeface="Calibri"/>
                <a:cs typeface="Calibri"/>
              </a:rPr>
              <a:t>	</a:t>
            </a:r>
            <a:r>
              <a:rPr dirty="0" sz="2700" spc="-25">
                <a:solidFill>
                  <a:srgbClr val="BABABA"/>
                </a:solidFill>
                <a:latin typeface="Calibri"/>
                <a:cs typeface="Calibri"/>
              </a:rPr>
              <a:t>UX</a:t>
            </a:r>
            <a:r>
              <a:rPr dirty="0" sz="2700">
                <a:solidFill>
                  <a:srgbClr val="BABABA"/>
                </a:solidFill>
                <a:latin typeface="Calibri"/>
                <a:cs typeface="Calibri"/>
              </a:rPr>
              <a:t>	</a:t>
            </a:r>
            <a:r>
              <a:rPr dirty="0" sz="2700">
                <a:solidFill>
                  <a:srgbClr val="B8B8B8"/>
                </a:solidFill>
                <a:latin typeface="Calibri"/>
                <a:cs typeface="Calibri"/>
              </a:rPr>
              <a:t>at</a:t>
            </a:r>
            <a:r>
              <a:rPr dirty="0" sz="2700" spc="265">
                <a:solidFill>
                  <a:srgbClr val="B8B8B8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BCBCBC"/>
                </a:solidFill>
                <a:latin typeface="Calibri"/>
                <a:cs typeface="Calibri"/>
              </a:rPr>
              <a:t>its</a:t>
            </a:r>
            <a:r>
              <a:rPr dirty="0" sz="2700" spc="265">
                <a:solidFill>
                  <a:srgbClr val="BCBCBC"/>
                </a:solidFill>
                <a:latin typeface="Calibri"/>
                <a:cs typeface="Calibri"/>
              </a:rPr>
              <a:t> </a:t>
            </a:r>
            <a:r>
              <a:rPr dirty="0" sz="2700" spc="60">
                <a:solidFill>
                  <a:srgbClr val="C3C3C3"/>
                </a:solidFill>
                <a:latin typeface="Calibri"/>
                <a:cs typeface="Calibri"/>
              </a:rPr>
              <a:t>core.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15706" y="7900282"/>
            <a:ext cx="20088860" cy="78740"/>
            <a:chOff x="15706" y="7900282"/>
            <a:chExt cx="20088860" cy="78740"/>
          </a:xfrm>
        </p:grpSpPr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16272" y="7900282"/>
              <a:ext cx="4209295" cy="78531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93589" y="7900282"/>
              <a:ext cx="10837366" cy="78531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06" y="7900282"/>
              <a:ext cx="20088393" cy="78531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15706" y="8230116"/>
            <a:ext cx="20088860" cy="236220"/>
            <a:chOff x="15706" y="8230116"/>
            <a:chExt cx="20088860" cy="236220"/>
          </a:xfrm>
        </p:grpSpPr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01771" y="8245822"/>
              <a:ext cx="4209295" cy="219888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01397" y="8277235"/>
              <a:ext cx="4303533" cy="188475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706" y="8230116"/>
              <a:ext cx="20088393" cy="235594"/>
            </a:xfrm>
            <a:prstGeom prst="rect">
              <a:avLst/>
            </a:prstGeom>
          </p:spPr>
        </p:pic>
      </p:grpSp>
      <p:grpSp>
        <p:nvGrpSpPr>
          <p:cNvPr id="18" name="object 18" descr=""/>
          <p:cNvGrpSpPr/>
          <p:nvPr/>
        </p:nvGrpSpPr>
        <p:grpSpPr>
          <a:xfrm>
            <a:off x="15706" y="8756277"/>
            <a:ext cx="20088860" cy="55244"/>
            <a:chOff x="15706" y="8756277"/>
            <a:chExt cx="20088860" cy="55244"/>
          </a:xfrm>
        </p:grpSpPr>
        <p:pic>
          <p:nvPicPr>
            <p:cNvPr id="19" name="object 1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706" y="8756277"/>
              <a:ext cx="20088393" cy="54972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706" y="8764131"/>
              <a:ext cx="20088393" cy="4711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706" y="1052323"/>
            <a:ext cx="20080605" cy="715010"/>
          </a:xfrm>
          <a:custGeom>
            <a:avLst/>
            <a:gdLst/>
            <a:ahLst/>
            <a:cxnLst/>
            <a:rect l="l" t="t" r="r" b="b"/>
            <a:pathLst>
              <a:path w="20080605" h="715010">
                <a:moveTo>
                  <a:pt x="20080541" y="714637"/>
                </a:moveTo>
                <a:lnTo>
                  <a:pt x="0" y="714637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714637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1102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90"/>
              </a:spcBef>
            </a:pPr>
            <a:r>
              <a:rPr dirty="0" spc="-30"/>
              <a:t>Image</a:t>
            </a:r>
            <a:r>
              <a:rPr dirty="0" spc="-280"/>
              <a:t> </a:t>
            </a:r>
            <a:r>
              <a:rPr dirty="0" spc="-50"/>
              <a:t>Sources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15706" y="2795726"/>
            <a:ext cx="20088860" cy="173355"/>
            <a:chOff x="15706" y="2795726"/>
            <a:chExt cx="20088860" cy="17335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06" y="2795726"/>
              <a:ext cx="20088393" cy="17276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2795726"/>
              <a:ext cx="20088393" cy="172769"/>
            </a:xfrm>
            <a:prstGeom prst="rect">
              <a:avLst/>
            </a:prstGeom>
          </p:spPr>
        </p:pic>
      </p:grpSp>
      <p:grpSp>
        <p:nvGrpSpPr>
          <p:cNvPr id="7" name="object 7" descr=""/>
          <p:cNvGrpSpPr/>
          <p:nvPr/>
        </p:nvGrpSpPr>
        <p:grpSpPr>
          <a:xfrm>
            <a:off x="15706" y="3015614"/>
            <a:ext cx="20088860" cy="62865"/>
            <a:chOff x="15706" y="3015614"/>
            <a:chExt cx="20088860" cy="62865"/>
          </a:xfrm>
        </p:grpSpPr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06" y="3015614"/>
              <a:ext cx="20088393" cy="62825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06" y="3015614"/>
              <a:ext cx="20088393" cy="62825"/>
            </a:xfrm>
            <a:prstGeom prst="rect">
              <a:avLst/>
            </a:prstGeom>
          </p:spPr>
        </p:pic>
      </p:grpSp>
      <p:grpSp>
        <p:nvGrpSpPr>
          <p:cNvPr id="10" name="object 10" descr=""/>
          <p:cNvGrpSpPr/>
          <p:nvPr/>
        </p:nvGrpSpPr>
        <p:grpSpPr>
          <a:xfrm>
            <a:off x="15706" y="6879371"/>
            <a:ext cx="20088860" cy="817244"/>
            <a:chOff x="15706" y="6879371"/>
            <a:chExt cx="20088860" cy="817244"/>
          </a:xfrm>
        </p:grpSpPr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06" y="6879371"/>
              <a:ext cx="20088393" cy="81672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706" y="6879371"/>
              <a:ext cx="20088393" cy="816729"/>
            </a:xfrm>
            <a:prstGeom prst="rect">
              <a:avLst/>
            </a:prstGeom>
          </p:spPr>
        </p:pic>
      </p:grpSp>
      <p:grpSp>
        <p:nvGrpSpPr>
          <p:cNvPr id="13" name="object 13" descr=""/>
          <p:cNvGrpSpPr/>
          <p:nvPr/>
        </p:nvGrpSpPr>
        <p:grpSpPr>
          <a:xfrm>
            <a:off x="15706" y="8167290"/>
            <a:ext cx="20088860" cy="817244"/>
            <a:chOff x="15706" y="8167290"/>
            <a:chExt cx="20088860" cy="817244"/>
          </a:xfrm>
        </p:grpSpPr>
        <p:pic>
          <p:nvPicPr>
            <p:cNvPr id="14" name="object 1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706" y="8167290"/>
              <a:ext cx="20088393" cy="816729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706" y="8167290"/>
              <a:ext cx="20088393" cy="816729"/>
            </a:xfrm>
            <a:prstGeom prst="rect">
              <a:avLst/>
            </a:prstGeom>
          </p:spPr>
        </p:pic>
      </p:grpSp>
      <p:grpSp>
        <p:nvGrpSpPr>
          <p:cNvPr id="16" name="object 16" descr=""/>
          <p:cNvGrpSpPr/>
          <p:nvPr/>
        </p:nvGrpSpPr>
        <p:grpSpPr>
          <a:xfrm>
            <a:off x="15706" y="9455209"/>
            <a:ext cx="20088860" cy="817244"/>
            <a:chOff x="15706" y="9455209"/>
            <a:chExt cx="20088860" cy="817244"/>
          </a:xfrm>
        </p:grpSpPr>
        <p:pic>
          <p:nvPicPr>
            <p:cNvPr id="17" name="object 1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706" y="9455209"/>
              <a:ext cx="20088393" cy="816729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706" y="9455209"/>
              <a:ext cx="20088393" cy="81672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73792" y="1209387"/>
            <a:ext cx="4955540" cy="699135"/>
          </a:xfrm>
          <a:custGeom>
            <a:avLst/>
            <a:gdLst/>
            <a:ahLst/>
            <a:cxnLst/>
            <a:rect l="l" t="t" r="r" b="b"/>
            <a:pathLst>
              <a:path w="4955540" h="699135">
                <a:moveTo>
                  <a:pt x="4955346" y="698931"/>
                </a:moveTo>
                <a:lnTo>
                  <a:pt x="0" y="698931"/>
                </a:lnTo>
                <a:lnTo>
                  <a:pt x="0" y="0"/>
                </a:lnTo>
                <a:lnTo>
                  <a:pt x="4955346" y="0"/>
                </a:lnTo>
                <a:lnTo>
                  <a:pt x="4955346" y="698931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54607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90"/>
              </a:spcBef>
            </a:pPr>
            <a:r>
              <a:rPr dirty="0" spc="-65"/>
              <a:t>Image</a:t>
            </a:r>
            <a:r>
              <a:rPr dirty="0" spc="-290"/>
              <a:t> </a:t>
            </a:r>
            <a:r>
              <a:rPr dirty="0" spc="-50"/>
              <a:t>Sources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926673" y="4256414"/>
            <a:ext cx="1445260" cy="817244"/>
            <a:chOff x="926673" y="4256414"/>
            <a:chExt cx="1445260" cy="817244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6673" y="4256414"/>
              <a:ext cx="1444982" cy="81672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6673" y="4256414"/>
              <a:ext cx="1444982" cy="81672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2026-04-06T15:50:09Z</dcterms:created>
  <dcterms:modified xsi:type="dcterms:W3CDTF">2026-04-06T15:50:09Z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2026-04-06T00:00:00Z</vt:filetime>
  </property>
  <property fmtid="{D5CDD505-2E9C-101B-9397-08002B2CF9AE}" pid="3" name="LastSaved">
    <vt:filetime>2026-04-06T00:00:00Z</vt:filetime>
  </property>
</Properties>
</file>