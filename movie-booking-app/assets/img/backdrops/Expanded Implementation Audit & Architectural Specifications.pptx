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MiSans" panose="020B0604020202020204" charset="-122"/>
      <p:regular r:id="rId22"/>
    </p:embeddedFont>
    <p:embeddedFont>
      <p:font typeface="Liter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56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b30d041a965f42baf9e85060ae0bb00afb53747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519238"/>
            <a:ext cx="2295525" cy="390525"/>
          </a:xfrm>
          <a:custGeom>
            <a:avLst/>
            <a:gdLst/>
            <a:ahLst/>
            <a:cxnLst/>
            <a:rect l="l" t="t" r="r" b="b"/>
            <a:pathLst>
              <a:path w="2295525" h="390525">
                <a:moveTo>
                  <a:pt x="76199" y="0"/>
                </a:moveTo>
                <a:lnTo>
                  <a:pt x="2219326" y="0"/>
                </a:lnTo>
                <a:cubicBezTo>
                  <a:pt x="2261409" y="0"/>
                  <a:pt x="2295525" y="34116"/>
                  <a:pt x="2295525" y="76199"/>
                </a:cubicBezTo>
                <a:lnTo>
                  <a:pt x="2295525" y="314326"/>
                </a:lnTo>
                <a:cubicBezTo>
                  <a:pt x="2295525" y="356409"/>
                  <a:pt x="2261409" y="390525"/>
                  <a:pt x="22193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624013"/>
            <a:ext cx="20441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Audit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4312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Provenance Hub</a:t>
            </a:r>
          </a:p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 Timeless Treasures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288843"/>
            <a:ext cx="1214697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</a:rPr>
              <a:t>24MIS1053 – Hemanth Kumar K</a:t>
            </a:r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</a:rPr>
              <a:t>24MIS1040 – Vijay Mathew A</a:t>
            </a:r>
          </a:p>
        </p:txBody>
      </p:sp>
      <p:sp>
        <p:nvSpPr>
          <p:cNvPr id="8" name="Shape 5"/>
          <p:cNvSpPr/>
          <p:nvPr/>
        </p:nvSpPr>
        <p:spPr>
          <a:xfrm>
            <a:off x="381000" y="57864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5763" y="60245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444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1" name="Text 8"/>
          <p:cNvSpPr/>
          <p:nvPr/>
        </p:nvSpPr>
        <p:spPr>
          <a:xfrm>
            <a:off x="990600" y="60388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Type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62293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Audit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507191" y="60245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47685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5" name="Text 12"/>
          <p:cNvSpPr/>
          <p:nvPr/>
        </p:nvSpPr>
        <p:spPr>
          <a:xfrm>
            <a:off x="11112029" y="60388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12029" y="622935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521479" y="60245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This Document Covers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5591175" cy="1171575"/>
          </a:xfrm>
          <a:custGeom>
            <a:avLst/>
            <a:gdLst/>
            <a:ahLst/>
            <a:cxnLst/>
            <a:rect l="l" t="t" r="r" b="b"/>
            <a:pathLst>
              <a:path w="5591175" h="1171575">
                <a:moveTo>
                  <a:pt x="114299" y="0"/>
                </a:moveTo>
                <a:lnTo>
                  <a:pt x="5476876" y="0"/>
                </a:lnTo>
                <a:cubicBezTo>
                  <a:pt x="5540002" y="0"/>
                  <a:pt x="5591175" y="51173"/>
                  <a:pt x="5591175" y="114299"/>
                </a:cubicBezTo>
                <a:lnTo>
                  <a:pt x="5591175" y="1057276"/>
                </a:lnTo>
                <a:cubicBezTo>
                  <a:pt x="5591175" y="1120402"/>
                  <a:pt x="5540002" y="1171575"/>
                  <a:pt x="5476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6144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4375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160972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Foundational Systems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952625"/>
            <a:ext cx="4657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patterns, routing mechanisms, and base framework implementations that power the application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743200"/>
            <a:ext cx="5591175" cy="952500"/>
          </a:xfrm>
          <a:custGeom>
            <a:avLst/>
            <a:gdLst/>
            <a:ahLst/>
            <a:cxnLst/>
            <a:rect l="l" t="t" r="r" b="b"/>
            <a:pathLst>
              <a:path w="5591175" h="9525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838200"/>
                </a:lnTo>
                <a:cubicBezTo>
                  <a:pt x="5591175" y="901284"/>
                  <a:pt x="5539959" y="952500"/>
                  <a:pt x="54768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788" y="294322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4375" y="3071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3" name="Text 11"/>
          <p:cNvSpPr/>
          <p:nvPr/>
        </p:nvSpPr>
        <p:spPr>
          <a:xfrm>
            <a:off x="1190625" y="2938463"/>
            <a:ext cx="454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Peripheral Subsystems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0625" y="3281363"/>
            <a:ext cx="4524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Mailing infrastructure, notification systems, and external service integrations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855244"/>
            <a:ext cx="5591175" cy="952500"/>
          </a:xfrm>
          <a:custGeom>
            <a:avLst/>
            <a:gdLst/>
            <a:ahLst/>
            <a:cxnLst/>
            <a:rect l="l" t="t" r="r" b="b"/>
            <a:pathLst>
              <a:path w="5591175" h="9525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838200"/>
                </a:lnTo>
                <a:cubicBezTo>
                  <a:pt x="5591175" y="901284"/>
                  <a:pt x="5539959" y="952500"/>
                  <a:pt x="54768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788" y="405526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4375" y="41838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1190625" y="4050506"/>
            <a:ext cx="436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Behavior &amp; Frontend Logic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0625" y="4393406"/>
            <a:ext cx="4343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jQuery event handling, DOM manipulation, AJAX communication patterns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1414463"/>
            <a:ext cx="5591175" cy="1171575"/>
          </a:xfrm>
          <a:custGeom>
            <a:avLst/>
            <a:gdLst/>
            <a:ahLst/>
            <a:cxnLst/>
            <a:rect l="l" t="t" r="r" b="b"/>
            <a:pathLst>
              <a:path w="5591175" h="1171575">
                <a:moveTo>
                  <a:pt x="114299" y="0"/>
                </a:moveTo>
                <a:lnTo>
                  <a:pt x="5476876" y="0"/>
                </a:lnTo>
                <a:cubicBezTo>
                  <a:pt x="5540002" y="0"/>
                  <a:pt x="5591175" y="51173"/>
                  <a:pt x="5591175" y="114299"/>
                </a:cubicBezTo>
                <a:lnTo>
                  <a:pt x="5591175" y="1057276"/>
                </a:lnTo>
                <a:cubicBezTo>
                  <a:pt x="5591175" y="1120402"/>
                  <a:pt x="5540002" y="1171575"/>
                  <a:pt x="5476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5088" y="16144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5581" y="17430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7019925" y="160972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State Management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9925" y="1952625"/>
            <a:ext cx="4657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 sessions, security implementations, authentication flows, and data persistence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5063" y="2743200"/>
            <a:ext cx="5591175" cy="952500"/>
          </a:xfrm>
          <a:custGeom>
            <a:avLst/>
            <a:gdLst/>
            <a:ahLst/>
            <a:cxnLst/>
            <a:rect l="l" t="t" r="r" b="b"/>
            <a:pathLst>
              <a:path w="5591175" h="952500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838200"/>
                </a:lnTo>
                <a:cubicBezTo>
                  <a:pt x="5591175" y="901284"/>
                  <a:pt x="5539959" y="952500"/>
                  <a:pt x="54768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5088" y="294322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43675" y="3071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8" name="Text 26"/>
          <p:cNvSpPr/>
          <p:nvPr/>
        </p:nvSpPr>
        <p:spPr>
          <a:xfrm>
            <a:off x="7019925" y="2938463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Framework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9925" y="3281363"/>
            <a:ext cx="40576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MVC structure, component identification, technology stack mapping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3855244"/>
            <a:ext cx="5591175" cy="1171575"/>
          </a:xfrm>
          <a:custGeom>
            <a:avLst/>
            <a:gdLst/>
            <a:ahLst/>
            <a:cxnLst/>
            <a:rect l="l" t="t" r="r" b="b"/>
            <a:pathLst>
              <a:path w="5591175" h="1171575">
                <a:moveTo>
                  <a:pt x="114299" y="0"/>
                </a:moveTo>
                <a:lnTo>
                  <a:pt x="5476876" y="0"/>
                </a:lnTo>
                <a:cubicBezTo>
                  <a:pt x="5540002" y="0"/>
                  <a:pt x="5591175" y="51173"/>
                  <a:pt x="5591175" y="114299"/>
                </a:cubicBezTo>
                <a:lnTo>
                  <a:pt x="5591175" y="1057276"/>
                </a:lnTo>
                <a:cubicBezTo>
                  <a:pt x="5591175" y="1120402"/>
                  <a:pt x="5540002" y="1171575"/>
                  <a:pt x="5476876" y="1171575"/>
                </a:cubicBezTo>
                <a:lnTo>
                  <a:pt x="114299" y="1171575"/>
                </a:lnTo>
                <a:cubicBezTo>
                  <a:pt x="51173" y="1171575"/>
                  <a:pt x="0" y="1120402"/>
                  <a:pt x="0" y="10572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5088" y="405526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3675" y="41838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3" name="Text 31"/>
          <p:cNvSpPr/>
          <p:nvPr/>
        </p:nvSpPr>
        <p:spPr>
          <a:xfrm>
            <a:off x="7019925" y="4050506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&amp; Implementation Audit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9925" y="4393406"/>
            <a:ext cx="4657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markup, meta management, accessibility, and performance optimization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5967413"/>
            <a:ext cx="11420475" cy="504825"/>
          </a:xfrm>
          <a:custGeom>
            <a:avLst/>
            <a:gdLst/>
            <a:ahLst/>
            <a:cxnLst/>
            <a:rect l="l" t="t" r="r" b="b"/>
            <a:pathLst>
              <a:path w="11420475" h="50482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28627"/>
                </a:lnTo>
                <a:cubicBezTo>
                  <a:pt x="11420475" y="470710"/>
                  <a:pt x="11386360" y="504825"/>
                  <a:pt x="1134427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1975" y="6153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7" name="Text 35"/>
          <p:cNvSpPr/>
          <p:nvPr/>
        </p:nvSpPr>
        <p:spPr>
          <a:xfrm>
            <a:off x="714375" y="6124575"/>
            <a:ext cx="1100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audit focuses on practical implementation rather than theoretical concepts, providing actionable insights for development teams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bf4bfdbfb45f330797a1b7301f7f4941dd05b29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5466" b="54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023938"/>
            <a:ext cx="1304925" cy="466725"/>
          </a:xfrm>
          <a:custGeom>
            <a:avLst/>
            <a:gdLst/>
            <a:ahLst/>
            <a:cxnLst/>
            <a:rect l="l" t="t" r="r" b="b"/>
            <a:pathLst>
              <a:path w="1304925" h="466725">
                <a:moveTo>
                  <a:pt x="233362" y="0"/>
                </a:moveTo>
                <a:lnTo>
                  <a:pt x="1071563" y="0"/>
                </a:lnTo>
                <a:cubicBezTo>
                  <a:pt x="1200359" y="0"/>
                  <a:pt x="1304925" y="104566"/>
                  <a:pt x="1304925" y="233362"/>
                </a:cubicBezTo>
                <a:lnTo>
                  <a:pt x="1304925" y="233362"/>
                </a:lnTo>
                <a:cubicBezTo>
                  <a:pt x="1304925" y="362159"/>
                  <a:pt x="1200359" y="466725"/>
                  <a:pt x="1071563" y="466725"/>
                </a:cubicBezTo>
                <a:lnTo>
                  <a:pt x="233362" y="466725"/>
                </a:lnTo>
                <a:cubicBezTo>
                  <a:pt x="104566" y="466725"/>
                  <a:pt x="0" y="362159"/>
                  <a:pt x="0" y="233363"/>
                </a:cubicBezTo>
                <a:lnTo>
                  <a:pt x="0" y="233362"/>
                </a:lnTo>
                <a:cubicBezTo>
                  <a:pt x="0" y="104566"/>
                  <a:pt x="104566" y="0"/>
                  <a:pt x="23336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1025" y="1104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6" name="Text 3"/>
          <p:cNvSpPr/>
          <p:nvPr/>
        </p:nvSpPr>
        <p:spPr>
          <a:xfrm>
            <a:off x="664146" y="11620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0125" y="116205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800225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Audit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6099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3533775"/>
            <a:ext cx="6381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Maps the application's underlying </a:t>
            </a: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methodologies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implementation patterns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40409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2" name="Text 9"/>
          <p:cNvSpPr/>
          <p:nvPr/>
        </p:nvSpPr>
        <p:spPr>
          <a:xfrm>
            <a:off x="609600" y="3964781"/>
            <a:ext cx="5086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Covers both </a:t>
            </a: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foundational systems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peripheral subsystems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000" y="44719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4" name="Text 11"/>
          <p:cNvSpPr/>
          <p:nvPr/>
        </p:nvSpPr>
        <p:spPr>
          <a:xfrm>
            <a:off x="609600" y="4395788"/>
            <a:ext cx="5286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Focuses on </a:t>
            </a: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implementation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theoretical concepts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1000" y="49029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6" name="Text 13"/>
          <p:cNvSpPr/>
          <p:nvPr/>
        </p:nvSpPr>
        <p:spPr>
          <a:xfrm>
            <a:off x="609600" y="4826794"/>
            <a:ext cx="5562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Encompasses </a:t>
            </a: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mailing, frontend, backend, security, architecture, and SEO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5414963"/>
            <a:ext cx="8534400" cy="9525"/>
          </a:xfrm>
          <a:custGeom>
            <a:avLst/>
            <a:gdLst/>
            <a:ahLst/>
            <a:cxnLst/>
            <a:rect l="l" t="t" r="r" b="b"/>
            <a:pathLst>
              <a:path w="8534400" h="9525">
                <a:moveTo>
                  <a:pt x="0" y="0"/>
                </a:moveTo>
                <a:lnTo>
                  <a:pt x="8534400" y="0"/>
                </a:lnTo>
                <a:lnTo>
                  <a:pt x="8534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04813" y="564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9" name="Text 16"/>
          <p:cNvSpPr/>
          <p:nvPr/>
        </p:nvSpPr>
        <p:spPr>
          <a:xfrm>
            <a:off x="733425" y="5648325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Mailing Infrastructure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249388" y="564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1" name="Text 18"/>
          <p:cNvSpPr/>
          <p:nvPr/>
        </p:nvSpPr>
        <p:spPr>
          <a:xfrm>
            <a:off x="2578001" y="56483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Logic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19512" y="564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3" name="Text 20"/>
          <p:cNvSpPr/>
          <p:nvPr/>
        </p:nvSpPr>
        <p:spPr>
          <a:xfrm>
            <a:off x="4048125" y="564832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Systems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49404" y="564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5" name="Text 22"/>
          <p:cNvSpPr/>
          <p:nvPr/>
        </p:nvSpPr>
        <p:spPr>
          <a:xfrm>
            <a:off x="5678016" y="564832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SEO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Systems &amp; Integrations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Mailing &amp; Notifications Infrastructure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643063"/>
            <a:ext cx="6772275" cy="2266950"/>
          </a:xfrm>
          <a:custGeom>
            <a:avLst/>
            <a:gdLst/>
            <a:ahLst/>
            <a:cxnLst/>
            <a:rect l="l" t="t" r="r" b="b"/>
            <a:pathLst>
              <a:path w="6772275" h="2266950">
                <a:moveTo>
                  <a:pt x="114300" y="0"/>
                </a:moveTo>
                <a:lnTo>
                  <a:pt x="6657975" y="0"/>
                </a:lnTo>
                <a:cubicBezTo>
                  <a:pt x="6721101" y="0"/>
                  <a:pt x="6772275" y="51174"/>
                  <a:pt x="6772275" y="114300"/>
                </a:cubicBezTo>
                <a:lnTo>
                  <a:pt x="6772275" y="2152650"/>
                </a:lnTo>
                <a:cubicBezTo>
                  <a:pt x="6772275" y="2215776"/>
                  <a:pt x="6721101" y="2266950"/>
                  <a:pt x="665797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788" y="18430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466" y="19431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1352"/>
                </a:moveTo>
                <a:lnTo>
                  <a:pt x="32281" y="58869"/>
                </a:lnTo>
                <a:lnTo>
                  <a:pt x="85223" y="98115"/>
                </a:lnTo>
                <a:cubicBezTo>
                  <a:pt x="86997" y="99421"/>
                  <a:pt x="88973" y="100425"/>
                  <a:pt x="91083" y="101028"/>
                </a:cubicBezTo>
                <a:lnTo>
                  <a:pt x="91083" y="155377"/>
                </a:lnTo>
                <a:cubicBezTo>
                  <a:pt x="91083" y="157218"/>
                  <a:pt x="91250" y="158993"/>
                  <a:pt x="91518" y="160734"/>
                </a:cubicBezTo>
                <a:lnTo>
                  <a:pt x="32147" y="160734"/>
                </a:lnTo>
                <a:cubicBezTo>
                  <a:pt x="20326" y="160734"/>
                  <a:pt x="10716" y="151124"/>
                  <a:pt x="10716" y="139303"/>
                </a:cubicBezTo>
                <a:lnTo>
                  <a:pt x="10716" y="58969"/>
                </a:lnTo>
                <a:cubicBezTo>
                  <a:pt x="10716" y="52172"/>
                  <a:pt x="13930" y="45776"/>
                  <a:pt x="19389" y="41757"/>
                </a:cubicBezTo>
                <a:lnTo>
                  <a:pt x="85223" y="-7032"/>
                </a:lnTo>
                <a:cubicBezTo>
                  <a:pt x="88471" y="-9443"/>
                  <a:pt x="92389" y="-10716"/>
                  <a:pt x="96441" y="-10716"/>
                </a:cubicBezTo>
                <a:cubicBezTo>
                  <a:pt x="100492" y="-10716"/>
                  <a:pt x="104410" y="-9410"/>
                  <a:pt x="107659" y="-7032"/>
                </a:cubicBezTo>
                <a:lnTo>
                  <a:pt x="173493" y="41757"/>
                </a:lnTo>
                <a:cubicBezTo>
                  <a:pt x="175904" y="43532"/>
                  <a:pt x="177879" y="45776"/>
                  <a:pt x="179319" y="48321"/>
                </a:cubicBezTo>
                <a:cubicBezTo>
                  <a:pt x="178482" y="48254"/>
                  <a:pt x="177645" y="48220"/>
                  <a:pt x="176808" y="48220"/>
                </a:cubicBezTo>
                <a:lnTo>
                  <a:pt x="146201" y="48220"/>
                </a:lnTo>
                <a:lnTo>
                  <a:pt x="96441" y="11352"/>
                </a:lnTo>
                <a:close/>
                <a:moveTo>
                  <a:pt x="107156" y="80367"/>
                </a:moveTo>
                <a:cubicBezTo>
                  <a:pt x="107156" y="71493"/>
                  <a:pt x="114356" y="64294"/>
                  <a:pt x="123230" y="64294"/>
                </a:cubicBezTo>
                <a:lnTo>
                  <a:pt x="176808" y="64294"/>
                </a:lnTo>
                <a:cubicBezTo>
                  <a:pt x="185682" y="64294"/>
                  <a:pt x="192881" y="71493"/>
                  <a:pt x="192881" y="80367"/>
                </a:cubicBezTo>
                <a:lnTo>
                  <a:pt x="192881" y="155377"/>
                </a:lnTo>
                <a:cubicBezTo>
                  <a:pt x="192881" y="164250"/>
                  <a:pt x="185682" y="171450"/>
                  <a:pt x="176808" y="171450"/>
                </a:cubicBezTo>
                <a:lnTo>
                  <a:pt x="123230" y="171450"/>
                </a:lnTo>
                <a:cubicBezTo>
                  <a:pt x="114356" y="171450"/>
                  <a:pt x="107156" y="164250"/>
                  <a:pt x="107156" y="155377"/>
                </a:cubicBezTo>
                <a:lnTo>
                  <a:pt x="107156" y="80367"/>
                </a:lnTo>
                <a:close/>
                <a:moveTo>
                  <a:pt x="133945" y="85725"/>
                </a:moveTo>
                <a:cubicBezTo>
                  <a:pt x="129492" y="85725"/>
                  <a:pt x="125909" y="89308"/>
                  <a:pt x="125909" y="93762"/>
                </a:cubicBezTo>
                <a:cubicBezTo>
                  <a:pt x="125909" y="98215"/>
                  <a:pt x="129492" y="101798"/>
                  <a:pt x="133945" y="101798"/>
                </a:cubicBezTo>
                <a:lnTo>
                  <a:pt x="166092" y="101798"/>
                </a:lnTo>
                <a:cubicBezTo>
                  <a:pt x="170546" y="101798"/>
                  <a:pt x="174129" y="98215"/>
                  <a:pt x="174129" y="93762"/>
                </a:cubicBezTo>
                <a:cubicBezTo>
                  <a:pt x="174129" y="89308"/>
                  <a:pt x="170546" y="85725"/>
                  <a:pt x="166092" y="85725"/>
                </a:cubicBezTo>
                <a:lnTo>
                  <a:pt x="133945" y="85725"/>
                </a:lnTo>
                <a:close/>
                <a:moveTo>
                  <a:pt x="133945" y="117872"/>
                </a:moveTo>
                <a:cubicBezTo>
                  <a:pt x="129492" y="117872"/>
                  <a:pt x="125909" y="121455"/>
                  <a:pt x="125909" y="125909"/>
                </a:cubicBezTo>
                <a:cubicBezTo>
                  <a:pt x="125909" y="130362"/>
                  <a:pt x="129492" y="133945"/>
                  <a:pt x="133945" y="133945"/>
                </a:cubicBezTo>
                <a:lnTo>
                  <a:pt x="152698" y="133945"/>
                </a:lnTo>
                <a:cubicBezTo>
                  <a:pt x="157151" y="133945"/>
                  <a:pt x="160734" y="130362"/>
                  <a:pt x="160734" y="125909"/>
                </a:cubicBezTo>
                <a:cubicBezTo>
                  <a:pt x="160734" y="121455"/>
                  <a:pt x="157151" y="117872"/>
                  <a:pt x="152698" y="117872"/>
                </a:cubicBezTo>
                <a:lnTo>
                  <a:pt x="133945" y="11787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9" name="Text 7"/>
          <p:cNvSpPr/>
          <p:nvPr/>
        </p:nvSpPr>
        <p:spPr>
          <a:xfrm>
            <a:off x="1076325" y="1895475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PHPMailer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371725"/>
            <a:ext cx="6448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PHPMailer package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as a reliable SMTP wrapper for outbound email communications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2707481"/>
            <a:ext cx="6372225" cy="1000125"/>
          </a:xfrm>
          <a:custGeom>
            <a:avLst/>
            <a:gdLst/>
            <a:ahLst/>
            <a:cxnLst/>
            <a:rect l="l" t="t" r="r" b="b"/>
            <a:pathLst>
              <a:path w="6372225" h="1000125">
                <a:moveTo>
                  <a:pt x="76200" y="0"/>
                </a:moveTo>
                <a:lnTo>
                  <a:pt x="6296025" y="0"/>
                </a:lnTo>
                <a:cubicBezTo>
                  <a:pt x="6338109" y="0"/>
                  <a:pt x="6372225" y="34116"/>
                  <a:pt x="6372225" y="76200"/>
                </a:cubicBezTo>
                <a:lnTo>
                  <a:pt x="6372225" y="923925"/>
                </a:lnTo>
                <a:cubicBezTo>
                  <a:pt x="6372225" y="966009"/>
                  <a:pt x="6338109" y="1000125"/>
                  <a:pt x="62960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850" y="2826544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Implementation Benefits: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7713" y="3074194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55163" y="52105"/>
                </a:move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6654" y="100727"/>
                  <a:pt x="12122" y="100727"/>
                  <a:pt x="9332" y="97936"/>
                </a:cubicBezTo>
                <a:cubicBezTo>
                  <a:pt x="6541" y="95146"/>
                  <a:pt x="6541" y="90614"/>
                  <a:pt x="9332" y="87823"/>
                </a:cubicBezTo>
                <a:lnTo>
                  <a:pt x="40005" y="57150"/>
                </a:lnTo>
                <a:lnTo>
                  <a:pt x="9354" y="26477"/>
                </a:lnTo>
                <a:cubicBezTo>
                  <a:pt x="6563" y="23686"/>
                  <a:pt x="6563" y="19154"/>
                  <a:pt x="9354" y="16364"/>
                </a:cubicBezTo>
                <a:cubicBezTo>
                  <a:pt x="12144" y="13573"/>
                  <a:pt x="16676" y="13573"/>
                  <a:pt x="19467" y="16364"/>
                </a:cubicBezTo>
                <a:lnTo>
                  <a:pt x="55185" y="520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847725" y="3055144"/>
            <a:ext cx="604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SMTP authentication gracefully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7713" y="3264694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55163" y="52105"/>
                </a:move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6654" y="100727"/>
                  <a:pt x="12122" y="100727"/>
                  <a:pt x="9332" y="97936"/>
                </a:cubicBezTo>
                <a:cubicBezTo>
                  <a:pt x="6541" y="95146"/>
                  <a:pt x="6541" y="90614"/>
                  <a:pt x="9332" y="87823"/>
                </a:cubicBezTo>
                <a:lnTo>
                  <a:pt x="40005" y="57150"/>
                </a:lnTo>
                <a:lnTo>
                  <a:pt x="9354" y="26477"/>
                </a:lnTo>
                <a:cubicBezTo>
                  <a:pt x="6563" y="23686"/>
                  <a:pt x="6563" y="19154"/>
                  <a:pt x="9354" y="16364"/>
                </a:cubicBezTo>
                <a:cubicBezTo>
                  <a:pt x="12144" y="13573"/>
                  <a:pt x="16676" y="13573"/>
                  <a:pt x="19467" y="16364"/>
                </a:cubicBezTo>
                <a:lnTo>
                  <a:pt x="55185" y="520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3245644"/>
            <a:ext cx="604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email deliverability rates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7713" y="3455194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55163" y="52105"/>
                </a:move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6654" y="100727"/>
                  <a:pt x="12122" y="100727"/>
                  <a:pt x="9332" y="97936"/>
                </a:cubicBezTo>
                <a:cubicBezTo>
                  <a:pt x="6541" y="95146"/>
                  <a:pt x="6541" y="90614"/>
                  <a:pt x="9332" y="87823"/>
                </a:cubicBezTo>
                <a:lnTo>
                  <a:pt x="40005" y="57150"/>
                </a:lnTo>
                <a:lnTo>
                  <a:pt x="9354" y="26477"/>
                </a:lnTo>
                <a:cubicBezTo>
                  <a:pt x="6563" y="23686"/>
                  <a:pt x="6563" y="19154"/>
                  <a:pt x="9354" y="16364"/>
                </a:cubicBezTo>
                <a:cubicBezTo>
                  <a:pt x="12144" y="13573"/>
                  <a:pt x="16676" y="13573"/>
                  <a:pt x="19467" y="16364"/>
                </a:cubicBezTo>
                <a:lnTo>
                  <a:pt x="55185" y="520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847725" y="3436144"/>
            <a:ext cx="604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Avoids spam filter triggers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4069556"/>
            <a:ext cx="6772275" cy="2266950"/>
          </a:xfrm>
          <a:custGeom>
            <a:avLst/>
            <a:gdLst/>
            <a:ahLst/>
            <a:cxnLst/>
            <a:rect l="l" t="t" r="r" b="b"/>
            <a:pathLst>
              <a:path w="6772275" h="2266950">
                <a:moveTo>
                  <a:pt x="114300" y="0"/>
                </a:moveTo>
                <a:lnTo>
                  <a:pt x="6657975" y="0"/>
                </a:lnTo>
                <a:cubicBezTo>
                  <a:pt x="6721101" y="0"/>
                  <a:pt x="6772275" y="51174"/>
                  <a:pt x="6772275" y="114300"/>
                </a:cubicBezTo>
                <a:lnTo>
                  <a:pt x="6772275" y="2152650"/>
                </a:lnTo>
                <a:cubicBezTo>
                  <a:pt x="6772275" y="2215776"/>
                  <a:pt x="6721101" y="2266950"/>
                  <a:pt x="665797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788" y="4269581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8181" y="43695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2" name="Text 20"/>
          <p:cNvSpPr/>
          <p:nvPr/>
        </p:nvSpPr>
        <p:spPr>
          <a:xfrm>
            <a:off x="1076325" y="4321969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Reset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025" y="4798219"/>
            <a:ext cx="6448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</a:t>
            </a: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tokenized recovery links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sent through PHPMailer infrastructure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788" y="5133975"/>
            <a:ext cx="6372225" cy="1000125"/>
          </a:xfrm>
          <a:custGeom>
            <a:avLst/>
            <a:gdLst/>
            <a:ahLst/>
            <a:cxnLst/>
            <a:rect l="l" t="t" r="r" b="b"/>
            <a:pathLst>
              <a:path w="6372225" h="1000125">
                <a:moveTo>
                  <a:pt x="76200" y="0"/>
                </a:moveTo>
                <a:lnTo>
                  <a:pt x="6296025" y="0"/>
                </a:lnTo>
                <a:cubicBezTo>
                  <a:pt x="6338109" y="0"/>
                  <a:pt x="6372225" y="34116"/>
                  <a:pt x="6372225" y="76200"/>
                </a:cubicBezTo>
                <a:lnTo>
                  <a:pt x="6372225" y="923925"/>
                </a:lnTo>
                <a:cubicBezTo>
                  <a:pt x="6372225" y="966009"/>
                  <a:pt x="6338109" y="1000125"/>
                  <a:pt x="62960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850" y="5253038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Features: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7713" y="5500688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55163" y="52105"/>
                </a:move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6654" y="100727"/>
                  <a:pt x="12122" y="100727"/>
                  <a:pt x="9332" y="97936"/>
                </a:cubicBezTo>
                <a:cubicBezTo>
                  <a:pt x="6541" y="95146"/>
                  <a:pt x="6541" y="90614"/>
                  <a:pt x="9332" y="87823"/>
                </a:cubicBezTo>
                <a:lnTo>
                  <a:pt x="40005" y="57150"/>
                </a:lnTo>
                <a:lnTo>
                  <a:pt x="9354" y="26477"/>
                </a:lnTo>
                <a:cubicBezTo>
                  <a:pt x="6563" y="23686"/>
                  <a:pt x="6563" y="19154"/>
                  <a:pt x="9354" y="16364"/>
                </a:cubicBezTo>
                <a:cubicBezTo>
                  <a:pt x="12144" y="13573"/>
                  <a:pt x="16676" y="13573"/>
                  <a:pt x="19467" y="16364"/>
                </a:cubicBezTo>
                <a:lnTo>
                  <a:pt x="55185" y="520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847725" y="5481638"/>
            <a:ext cx="604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Cryptographically secure token generation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7713" y="5691188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55163" y="52105"/>
                </a:move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6654" y="100727"/>
                  <a:pt x="12122" y="100727"/>
                  <a:pt x="9332" y="97936"/>
                </a:cubicBezTo>
                <a:cubicBezTo>
                  <a:pt x="6541" y="95146"/>
                  <a:pt x="6541" y="90614"/>
                  <a:pt x="9332" y="87823"/>
                </a:cubicBezTo>
                <a:lnTo>
                  <a:pt x="40005" y="57150"/>
                </a:lnTo>
                <a:lnTo>
                  <a:pt x="9354" y="26477"/>
                </a:lnTo>
                <a:cubicBezTo>
                  <a:pt x="6563" y="23686"/>
                  <a:pt x="6563" y="19154"/>
                  <a:pt x="9354" y="16364"/>
                </a:cubicBezTo>
                <a:cubicBezTo>
                  <a:pt x="12144" y="13573"/>
                  <a:pt x="16676" y="13573"/>
                  <a:pt x="19467" y="16364"/>
                </a:cubicBezTo>
                <a:lnTo>
                  <a:pt x="55185" y="520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9" name="Text 27"/>
          <p:cNvSpPr/>
          <p:nvPr/>
        </p:nvSpPr>
        <p:spPr>
          <a:xfrm>
            <a:off x="847725" y="5672138"/>
            <a:ext cx="604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Time-limited reset validity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7713" y="5881688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55163" y="52105"/>
                </a:moveTo>
                <a:cubicBezTo>
                  <a:pt x="57954" y="54895"/>
                  <a:pt x="57954" y="59427"/>
                  <a:pt x="55163" y="62218"/>
                </a:cubicBezTo>
                <a:lnTo>
                  <a:pt x="19444" y="97936"/>
                </a:lnTo>
                <a:cubicBezTo>
                  <a:pt x="16654" y="100727"/>
                  <a:pt x="12122" y="100727"/>
                  <a:pt x="9332" y="97936"/>
                </a:cubicBezTo>
                <a:cubicBezTo>
                  <a:pt x="6541" y="95146"/>
                  <a:pt x="6541" y="90614"/>
                  <a:pt x="9332" y="87823"/>
                </a:cubicBezTo>
                <a:lnTo>
                  <a:pt x="40005" y="57150"/>
                </a:lnTo>
                <a:lnTo>
                  <a:pt x="9354" y="26477"/>
                </a:lnTo>
                <a:cubicBezTo>
                  <a:pt x="6563" y="23686"/>
                  <a:pt x="6563" y="19154"/>
                  <a:pt x="9354" y="16364"/>
                </a:cubicBezTo>
                <a:cubicBezTo>
                  <a:pt x="12144" y="13573"/>
                  <a:pt x="16676" y="13573"/>
                  <a:pt x="19467" y="16364"/>
                </a:cubicBezTo>
                <a:lnTo>
                  <a:pt x="55185" y="520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1" name="Text 29"/>
          <p:cNvSpPr/>
          <p:nvPr/>
        </p:nvSpPr>
        <p:spPr>
          <a:xfrm>
            <a:off x="847725" y="5862638"/>
            <a:ext cx="604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Single-use token consumption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58063" y="1643063"/>
            <a:ext cx="4448175" cy="2447925"/>
          </a:xfrm>
          <a:custGeom>
            <a:avLst/>
            <a:gdLst/>
            <a:ahLst/>
            <a:cxnLst/>
            <a:rect l="l" t="t" r="r" b="b"/>
            <a:pathLst>
              <a:path w="4448175" h="2447925">
                <a:moveTo>
                  <a:pt x="114294" y="0"/>
                </a:moveTo>
                <a:lnTo>
                  <a:pt x="4333881" y="0"/>
                </a:lnTo>
                <a:cubicBezTo>
                  <a:pt x="4397004" y="0"/>
                  <a:pt x="4448175" y="51171"/>
                  <a:pt x="4448175" y="114294"/>
                </a:cubicBezTo>
                <a:lnTo>
                  <a:pt x="4448175" y="2333631"/>
                </a:lnTo>
                <a:cubicBezTo>
                  <a:pt x="4448175" y="2396754"/>
                  <a:pt x="4397004" y="2447925"/>
                  <a:pt x="4333881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533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660481" y="1943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5" name="Text 33"/>
          <p:cNvSpPr/>
          <p:nvPr/>
        </p:nvSpPr>
        <p:spPr>
          <a:xfrm>
            <a:off x="8048625" y="1895475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Rationale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58088" y="2376488"/>
            <a:ext cx="4048125" cy="771525"/>
          </a:xfrm>
          <a:custGeom>
            <a:avLst/>
            <a:gdLst/>
            <a:ahLst/>
            <a:cxnLst/>
            <a:rect l="l" t="t" r="r" b="b"/>
            <a:pathLst>
              <a:path w="4048125" h="771525">
                <a:moveTo>
                  <a:pt x="76204" y="0"/>
                </a:moveTo>
                <a:lnTo>
                  <a:pt x="3971921" y="0"/>
                </a:lnTo>
                <a:cubicBezTo>
                  <a:pt x="4014008" y="0"/>
                  <a:pt x="4048125" y="34117"/>
                  <a:pt x="4048125" y="76204"/>
                </a:cubicBezTo>
                <a:lnTo>
                  <a:pt x="4048125" y="695321"/>
                </a:lnTo>
                <a:cubicBezTo>
                  <a:pt x="4048125" y="737408"/>
                  <a:pt x="4014008" y="771525"/>
                  <a:pt x="39719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7150" y="24955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Avoids PHP native </a:t>
            </a: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mail()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77150" y="2724150"/>
            <a:ext cx="3867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function lacks authentication, encryption, and proper header management—making it insecure for production use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58088" y="327183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77150" y="339090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 Authentication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77150" y="36195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PHPMailer enables secure credential-based authentication with mail servers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58063" y="4252913"/>
            <a:ext cx="4448175" cy="1704975"/>
          </a:xfrm>
          <a:custGeom>
            <a:avLst/>
            <a:gdLst/>
            <a:ahLst/>
            <a:cxnLst/>
            <a:rect l="l" t="t" r="r" b="b"/>
            <a:pathLst>
              <a:path w="4448175" h="1704975">
                <a:moveTo>
                  <a:pt x="114302" y="0"/>
                </a:moveTo>
                <a:lnTo>
                  <a:pt x="4333873" y="0"/>
                </a:lnTo>
                <a:cubicBezTo>
                  <a:pt x="4397000" y="0"/>
                  <a:pt x="4448175" y="51175"/>
                  <a:pt x="4448175" y="114302"/>
                </a:cubicBezTo>
                <a:lnTo>
                  <a:pt x="4448175" y="1590673"/>
                </a:lnTo>
                <a:cubicBezTo>
                  <a:pt x="4448175" y="1653800"/>
                  <a:pt x="4397000" y="1704975"/>
                  <a:pt x="43338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42609" y="4438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33337" y="29170"/>
                </a:moveTo>
                <a:cubicBezTo>
                  <a:pt x="40237" y="29170"/>
                  <a:pt x="45839" y="34772"/>
                  <a:pt x="45839" y="41672"/>
                </a:cubicBezTo>
                <a:cubicBezTo>
                  <a:pt x="45839" y="48572"/>
                  <a:pt x="40237" y="54173"/>
                  <a:pt x="33337" y="54173"/>
                </a:cubicBezTo>
                <a:cubicBezTo>
                  <a:pt x="26438" y="54173"/>
                  <a:pt x="20836" y="48572"/>
                  <a:pt x="20836" y="41672"/>
                </a:cubicBezTo>
                <a:cubicBezTo>
                  <a:pt x="20836" y="34772"/>
                  <a:pt x="26438" y="29170"/>
                  <a:pt x="33337" y="29170"/>
                </a:cubicBezTo>
                <a:close/>
                <a:moveTo>
                  <a:pt x="70842" y="58341"/>
                </a:moveTo>
                <a:cubicBezTo>
                  <a:pt x="73030" y="58341"/>
                  <a:pt x="75035" y="59487"/>
                  <a:pt x="76181" y="61336"/>
                </a:cubicBezTo>
                <a:lnTo>
                  <a:pt x="99101" y="98840"/>
                </a:lnTo>
                <a:cubicBezTo>
                  <a:pt x="100273" y="100768"/>
                  <a:pt x="100325" y="103190"/>
                  <a:pt x="99231" y="105169"/>
                </a:cubicBezTo>
                <a:cubicBezTo>
                  <a:pt x="98137" y="107149"/>
                  <a:pt x="96028" y="108347"/>
                  <a:pt x="93762" y="108347"/>
                </a:cubicBezTo>
                <a:lnTo>
                  <a:pt x="22920" y="108347"/>
                </a:lnTo>
                <a:cubicBezTo>
                  <a:pt x="20602" y="108347"/>
                  <a:pt x="18440" y="107045"/>
                  <a:pt x="17372" y="104987"/>
                </a:cubicBezTo>
                <a:cubicBezTo>
                  <a:pt x="16304" y="102930"/>
                  <a:pt x="16460" y="100429"/>
                  <a:pt x="17789" y="98528"/>
                </a:cubicBezTo>
                <a:lnTo>
                  <a:pt x="32374" y="77692"/>
                </a:lnTo>
                <a:cubicBezTo>
                  <a:pt x="33546" y="76025"/>
                  <a:pt x="35447" y="75035"/>
                  <a:pt x="37505" y="75035"/>
                </a:cubicBezTo>
                <a:cubicBezTo>
                  <a:pt x="39562" y="75035"/>
                  <a:pt x="41464" y="76025"/>
                  <a:pt x="42636" y="77692"/>
                </a:cubicBezTo>
                <a:lnTo>
                  <a:pt x="49511" y="87537"/>
                </a:lnTo>
                <a:lnTo>
                  <a:pt x="65503" y="61362"/>
                </a:lnTo>
                <a:cubicBezTo>
                  <a:pt x="66649" y="59513"/>
                  <a:pt x="68654" y="58367"/>
                  <a:pt x="70842" y="5836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4" name="Text 42"/>
          <p:cNvSpPr/>
          <p:nvPr/>
        </p:nvSpPr>
        <p:spPr>
          <a:xfrm>
            <a:off x="7758113" y="441007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Placeholder</a:t>
            </a:r>
            <a:endParaRPr lang="en-US" sz="16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8300407-4171-93C4-DCF8-D634F62D3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45" y="4703514"/>
            <a:ext cx="3570560" cy="1120263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Recovery and SMTP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7572375" cy="5172075"/>
          </a:xfrm>
          <a:custGeom>
            <a:avLst/>
            <a:gdLst/>
            <a:ahLst/>
            <a:cxnLst/>
            <a:rect l="l" t="t" r="r" b="b"/>
            <a:pathLst>
              <a:path w="7572375" h="5172075">
                <a:moveTo>
                  <a:pt x="114303" y="0"/>
                </a:moveTo>
                <a:lnTo>
                  <a:pt x="7458072" y="0"/>
                </a:lnTo>
                <a:cubicBezTo>
                  <a:pt x="7521158" y="0"/>
                  <a:pt x="7572375" y="51217"/>
                  <a:pt x="7572375" y="114303"/>
                </a:cubicBezTo>
                <a:lnTo>
                  <a:pt x="7572375" y="5057772"/>
                </a:lnTo>
                <a:cubicBezTo>
                  <a:pt x="7572375" y="5120858"/>
                  <a:pt x="7521158" y="5172075"/>
                  <a:pt x="7458072" y="5172075"/>
                </a:cubicBezTo>
                <a:lnTo>
                  <a:pt x="114303" y="5172075"/>
                </a:lnTo>
                <a:cubicBezTo>
                  <a:pt x="51217" y="5172075"/>
                  <a:pt x="0" y="5120858"/>
                  <a:pt x="0" y="50577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1495425"/>
            <a:ext cx="704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Reset Process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66912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625" y="20955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1588" y="1919288"/>
            <a:ext cx="6486525" cy="619125"/>
          </a:xfrm>
          <a:custGeom>
            <a:avLst/>
            <a:gdLst/>
            <a:ahLst/>
            <a:cxnLst/>
            <a:rect l="l" t="t" r="r" b="b"/>
            <a:pathLst>
              <a:path w="6486525" h="619125">
                <a:moveTo>
                  <a:pt x="76202" y="0"/>
                </a:moveTo>
                <a:lnTo>
                  <a:pt x="6410323" y="0"/>
                </a:lnTo>
                <a:cubicBezTo>
                  <a:pt x="6452408" y="0"/>
                  <a:pt x="6486525" y="34117"/>
                  <a:pt x="6486525" y="76202"/>
                </a:cubicBezTo>
                <a:lnTo>
                  <a:pt x="6486525" y="542923"/>
                </a:lnTo>
                <a:cubicBezTo>
                  <a:pt x="6486525" y="585008"/>
                  <a:pt x="6452408" y="619125"/>
                  <a:pt x="64103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0650" y="203835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Requests Reset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0650" y="2266950"/>
            <a:ext cx="630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submission triggers token generation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0038" y="26098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5788" y="290036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361" y="30289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1588" y="2852738"/>
            <a:ext cx="6486525" cy="619125"/>
          </a:xfrm>
          <a:custGeom>
            <a:avLst/>
            <a:gdLst/>
            <a:ahLst/>
            <a:cxnLst/>
            <a:rect l="l" t="t" r="r" b="b"/>
            <a:pathLst>
              <a:path w="6486525" h="619125">
                <a:moveTo>
                  <a:pt x="76202" y="0"/>
                </a:moveTo>
                <a:lnTo>
                  <a:pt x="6410323" y="0"/>
                </a:lnTo>
                <a:cubicBezTo>
                  <a:pt x="6452408" y="0"/>
                  <a:pt x="6486525" y="34117"/>
                  <a:pt x="6486525" y="76202"/>
                </a:cubicBezTo>
                <a:lnTo>
                  <a:pt x="6486525" y="542923"/>
                </a:lnTo>
                <a:cubicBezTo>
                  <a:pt x="6486525" y="585008"/>
                  <a:pt x="6452408" y="619125"/>
                  <a:pt x="64103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0650" y="297180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Generation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90650" y="3200400"/>
            <a:ext cx="630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Cryptographically secure token created &amp; stored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0038" y="35433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5788" y="3833812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468" y="39624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1588" y="3786188"/>
            <a:ext cx="6486525" cy="619125"/>
          </a:xfrm>
          <a:custGeom>
            <a:avLst/>
            <a:gdLst/>
            <a:ahLst/>
            <a:cxnLst/>
            <a:rect l="l" t="t" r="r" b="b"/>
            <a:pathLst>
              <a:path w="6486525" h="619125">
                <a:moveTo>
                  <a:pt x="76202" y="0"/>
                </a:moveTo>
                <a:lnTo>
                  <a:pt x="6410323" y="0"/>
                </a:lnTo>
                <a:cubicBezTo>
                  <a:pt x="6452408" y="0"/>
                  <a:pt x="6486525" y="34117"/>
                  <a:pt x="6486525" y="76202"/>
                </a:cubicBezTo>
                <a:lnTo>
                  <a:pt x="6486525" y="542923"/>
                </a:lnTo>
                <a:cubicBezTo>
                  <a:pt x="6486525" y="585008"/>
                  <a:pt x="6452408" y="619125"/>
                  <a:pt x="64103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0650" y="390525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PHPMailer Dispatch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90650" y="4133850"/>
            <a:ext cx="630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SMTP-authenticated email with reset link sent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0038" y="44767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5788" y="476726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617" y="48958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1588" y="4719638"/>
            <a:ext cx="6486525" cy="619125"/>
          </a:xfrm>
          <a:custGeom>
            <a:avLst/>
            <a:gdLst/>
            <a:ahLst/>
            <a:cxnLst/>
            <a:rect l="l" t="t" r="r" b="b"/>
            <a:pathLst>
              <a:path w="6486525" h="619125">
                <a:moveTo>
                  <a:pt x="76202" y="0"/>
                </a:moveTo>
                <a:lnTo>
                  <a:pt x="6410323" y="0"/>
                </a:lnTo>
                <a:cubicBezTo>
                  <a:pt x="6452408" y="0"/>
                  <a:pt x="6486525" y="34117"/>
                  <a:pt x="6486525" y="76202"/>
                </a:cubicBezTo>
                <a:lnTo>
                  <a:pt x="6486525" y="542923"/>
                </a:lnTo>
                <a:cubicBezTo>
                  <a:pt x="6486525" y="585008"/>
                  <a:pt x="6452408" y="619125"/>
                  <a:pt x="64103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0650" y="483870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Verification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90650" y="5067300"/>
            <a:ext cx="630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clicks link; system validates token authenticity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10038" y="54102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85788" y="5700713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09576"/>
                </a:lnTo>
                <a:cubicBezTo>
                  <a:pt x="523875" y="472702"/>
                  <a:pt x="472702" y="523875"/>
                  <a:pt x="409576" y="523875"/>
                </a:cubicBezTo>
                <a:lnTo>
                  <a:pt x="114299" y="523875"/>
                </a:lnTo>
                <a:cubicBezTo>
                  <a:pt x="51216" y="523875"/>
                  <a:pt x="0" y="472659"/>
                  <a:pt x="0" y="4095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12700">
            <a:solidFill>
              <a:srgbClr val="C9A86A">
                <a:alpha val="5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2807" y="58293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71588" y="5653088"/>
            <a:ext cx="6486525" cy="619125"/>
          </a:xfrm>
          <a:custGeom>
            <a:avLst/>
            <a:gdLst/>
            <a:ahLst/>
            <a:cxnLst/>
            <a:rect l="l" t="t" r="r" b="b"/>
            <a:pathLst>
              <a:path w="6486525" h="619125">
                <a:moveTo>
                  <a:pt x="76202" y="0"/>
                </a:moveTo>
                <a:lnTo>
                  <a:pt x="6410323" y="0"/>
                </a:lnTo>
                <a:cubicBezTo>
                  <a:pt x="6452408" y="0"/>
                  <a:pt x="6486525" y="34117"/>
                  <a:pt x="6486525" y="76202"/>
                </a:cubicBezTo>
                <a:lnTo>
                  <a:pt x="6486525" y="542923"/>
                </a:lnTo>
                <a:cubicBezTo>
                  <a:pt x="6486525" y="585008"/>
                  <a:pt x="6452408" y="619125"/>
                  <a:pt x="64103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90650" y="577215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Update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90650" y="6000750"/>
            <a:ext cx="630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password hashed and stored; token invalidated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58163" y="614363"/>
            <a:ext cx="3648075" cy="2733675"/>
          </a:xfrm>
          <a:custGeom>
            <a:avLst/>
            <a:gdLst/>
            <a:ahLst/>
            <a:cxnLst/>
            <a:rect l="l" t="t" r="r" b="b"/>
            <a:pathLst>
              <a:path w="3648075" h="2733675">
                <a:moveTo>
                  <a:pt x="114295" y="0"/>
                </a:moveTo>
                <a:lnTo>
                  <a:pt x="3533780" y="0"/>
                </a:lnTo>
                <a:cubicBezTo>
                  <a:pt x="3596903" y="0"/>
                  <a:pt x="3648075" y="51172"/>
                  <a:pt x="3648075" y="114295"/>
                </a:cubicBezTo>
                <a:lnTo>
                  <a:pt x="3648075" y="2619380"/>
                </a:lnTo>
                <a:cubicBezTo>
                  <a:pt x="3648075" y="2682503"/>
                  <a:pt x="3596903" y="2733675"/>
                  <a:pt x="3533780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0569" y="8191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9" name="Text 37"/>
          <p:cNvSpPr/>
          <p:nvPr/>
        </p:nvSpPr>
        <p:spPr>
          <a:xfrm>
            <a:off x="8534400" y="771525"/>
            <a:ext cx="320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0088" y="1157288"/>
            <a:ext cx="3324225" cy="619125"/>
          </a:xfrm>
          <a:custGeom>
            <a:avLst/>
            <a:gdLst/>
            <a:ahLst/>
            <a:cxnLst/>
            <a:rect l="l" t="t" r="r" b="b"/>
            <a:pathLst>
              <a:path w="3324225" h="619125">
                <a:moveTo>
                  <a:pt x="76202" y="0"/>
                </a:moveTo>
                <a:lnTo>
                  <a:pt x="3248023" y="0"/>
                </a:lnTo>
                <a:cubicBezTo>
                  <a:pt x="3290108" y="0"/>
                  <a:pt x="3324225" y="34117"/>
                  <a:pt x="3324225" y="76202"/>
                </a:cubicBezTo>
                <a:lnTo>
                  <a:pt x="3324225" y="542923"/>
                </a:lnTo>
                <a:cubicBezTo>
                  <a:pt x="3324225" y="585008"/>
                  <a:pt x="3290108" y="619125"/>
                  <a:pt x="3248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9150" y="127635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Tokenized Recovery Links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39150" y="1504950"/>
            <a:ext cx="3143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Single-use tokens prevent replay attacks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0088" y="1862138"/>
            <a:ext cx="3324225" cy="619125"/>
          </a:xfrm>
          <a:custGeom>
            <a:avLst/>
            <a:gdLst/>
            <a:ahLst/>
            <a:cxnLst/>
            <a:rect l="l" t="t" r="r" b="b"/>
            <a:pathLst>
              <a:path w="3324225" h="619125">
                <a:moveTo>
                  <a:pt x="76202" y="0"/>
                </a:moveTo>
                <a:lnTo>
                  <a:pt x="3248023" y="0"/>
                </a:lnTo>
                <a:cubicBezTo>
                  <a:pt x="3290108" y="0"/>
                  <a:pt x="3324225" y="34117"/>
                  <a:pt x="3324225" y="76202"/>
                </a:cubicBezTo>
                <a:lnTo>
                  <a:pt x="3324225" y="542923"/>
                </a:lnTo>
                <a:cubicBezTo>
                  <a:pt x="3324225" y="585008"/>
                  <a:pt x="3290108" y="619125"/>
                  <a:pt x="3248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9150" y="198120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Outbound Delivery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39150" y="2209800"/>
            <a:ext cx="3143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 encryption protects in-transit data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20088" y="2566988"/>
            <a:ext cx="3324225" cy="619125"/>
          </a:xfrm>
          <a:custGeom>
            <a:avLst/>
            <a:gdLst/>
            <a:ahLst/>
            <a:cxnLst/>
            <a:rect l="l" t="t" r="r" b="b"/>
            <a:pathLst>
              <a:path w="3324225" h="619125">
                <a:moveTo>
                  <a:pt x="76202" y="0"/>
                </a:moveTo>
                <a:lnTo>
                  <a:pt x="3248023" y="0"/>
                </a:lnTo>
                <a:cubicBezTo>
                  <a:pt x="3290108" y="0"/>
                  <a:pt x="3324225" y="34117"/>
                  <a:pt x="3324225" y="76202"/>
                </a:cubicBezTo>
                <a:lnTo>
                  <a:pt x="3324225" y="542923"/>
                </a:lnTo>
                <a:cubicBezTo>
                  <a:pt x="3324225" y="585008"/>
                  <a:pt x="3290108" y="619125"/>
                  <a:pt x="3248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9150" y="268605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Deliverability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39150" y="2914650"/>
            <a:ext cx="3143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 authentication avoids spam folders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85643" y="3545898"/>
            <a:ext cx="3793114" cy="2865293"/>
          </a:xfrm>
          <a:custGeom>
            <a:avLst/>
            <a:gdLst/>
            <a:ahLst/>
            <a:cxnLst/>
            <a:rect l="l" t="t" r="r" b="b"/>
            <a:pathLst>
              <a:path w="3648075" h="1514475">
                <a:moveTo>
                  <a:pt x="114297" y="0"/>
                </a:moveTo>
                <a:lnTo>
                  <a:pt x="3533778" y="0"/>
                </a:lnTo>
                <a:cubicBezTo>
                  <a:pt x="3596860" y="0"/>
                  <a:pt x="3648075" y="51215"/>
                  <a:pt x="3648075" y="114297"/>
                </a:cubicBezTo>
                <a:lnTo>
                  <a:pt x="3648075" y="1400178"/>
                </a:lnTo>
                <a:cubicBezTo>
                  <a:pt x="3648075" y="1463260"/>
                  <a:pt x="3596860" y="1514475"/>
                  <a:pt x="353377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r>
              <a:rPr lang="en-IN" dirty="0"/>
              <a:t>`	</a:t>
            </a:r>
          </a:p>
        </p:txBody>
      </p:sp>
      <p:sp>
        <p:nvSpPr>
          <p:cNvPr id="50" name="Shape 48"/>
          <p:cNvSpPr/>
          <p:nvPr/>
        </p:nvSpPr>
        <p:spPr>
          <a:xfrm>
            <a:off x="8342709" y="4381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33337" y="29170"/>
                </a:moveTo>
                <a:cubicBezTo>
                  <a:pt x="40237" y="29170"/>
                  <a:pt x="45839" y="34772"/>
                  <a:pt x="45839" y="41672"/>
                </a:cubicBezTo>
                <a:cubicBezTo>
                  <a:pt x="45839" y="48572"/>
                  <a:pt x="40237" y="54173"/>
                  <a:pt x="33337" y="54173"/>
                </a:cubicBezTo>
                <a:cubicBezTo>
                  <a:pt x="26438" y="54173"/>
                  <a:pt x="20836" y="48572"/>
                  <a:pt x="20836" y="41672"/>
                </a:cubicBezTo>
                <a:cubicBezTo>
                  <a:pt x="20836" y="34772"/>
                  <a:pt x="26438" y="29170"/>
                  <a:pt x="33337" y="29170"/>
                </a:cubicBezTo>
                <a:close/>
                <a:moveTo>
                  <a:pt x="70842" y="58341"/>
                </a:moveTo>
                <a:cubicBezTo>
                  <a:pt x="73030" y="58341"/>
                  <a:pt x="75035" y="59487"/>
                  <a:pt x="76181" y="61336"/>
                </a:cubicBezTo>
                <a:lnTo>
                  <a:pt x="99101" y="98840"/>
                </a:lnTo>
                <a:cubicBezTo>
                  <a:pt x="100273" y="100768"/>
                  <a:pt x="100325" y="103190"/>
                  <a:pt x="99231" y="105169"/>
                </a:cubicBezTo>
                <a:cubicBezTo>
                  <a:pt x="98137" y="107149"/>
                  <a:pt x="96028" y="108347"/>
                  <a:pt x="93762" y="108347"/>
                </a:cubicBezTo>
                <a:lnTo>
                  <a:pt x="22920" y="108347"/>
                </a:lnTo>
                <a:cubicBezTo>
                  <a:pt x="20602" y="108347"/>
                  <a:pt x="18440" y="107045"/>
                  <a:pt x="17372" y="104987"/>
                </a:cubicBezTo>
                <a:cubicBezTo>
                  <a:pt x="16304" y="102930"/>
                  <a:pt x="16460" y="100429"/>
                  <a:pt x="17789" y="98528"/>
                </a:cubicBezTo>
                <a:lnTo>
                  <a:pt x="32374" y="77692"/>
                </a:lnTo>
                <a:cubicBezTo>
                  <a:pt x="33546" y="76025"/>
                  <a:pt x="35447" y="75035"/>
                  <a:pt x="37505" y="75035"/>
                </a:cubicBezTo>
                <a:cubicBezTo>
                  <a:pt x="39562" y="75035"/>
                  <a:pt x="41464" y="76025"/>
                  <a:pt x="42636" y="77692"/>
                </a:cubicBezTo>
                <a:lnTo>
                  <a:pt x="49511" y="87537"/>
                </a:lnTo>
                <a:lnTo>
                  <a:pt x="65503" y="61362"/>
                </a:lnTo>
                <a:cubicBezTo>
                  <a:pt x="66649" y="59513"/>
                  <a:pt x="68654" y="58367"/>
                  <a:pt x="70842" y="5836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405CC84-F117-DE6C-6337-A9E5600BA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186" y="3645133"/>
            <a:ext cx="1878454" cy="26668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099" y="336099"/>
            <a:ext cx="67220" cy="268879"/>
          </a:xfrm>
          <a:custGeom>
            <a:avLst/>
            <a:gdLst/>
            <a:ahLst/>
            <a:cxnLst/>
            <a:rect l="l" t="t" r="r" b="b"/>
            <a:pathLst>
              <a:path w="67220" h="268879">
                <a:moveTo>
                  <a:pt x="33610" y="0"/>
                </a:moveTo>
                <a:lnTo>
                  <a:pt x="33610" y="0"/>
                </a:lnTo>
                <a:cubicBezTo>
                  <a:pt x="52172" y="0"/>
                  <a:pt x="67220" y="15048"/>
                  <a:pt x="67220" y="33610"/>
                </a:cubicBezTo>
                <a:lnTo>
                  <a:pt x="67220" y="235269"/>
                </a:lnTo>
                <a:cubicBezTo>
                  <a:pt x="67220" y="253832"/>
                  <a:pt x="52172" y="268879"/>
                  <a:pt x="33610" y="268879"/>
                </a:cubicBezTo>
                <a:lnTo>
                  <a:pt x="33610" y="268879"/>
                </a:lnTo>
                <a:cubicBezTo>
                  <a:pt x="15048" y="268879"/>
                  <a:pt x="0" y="253832"/>
                  <a:pt x="0" y="23526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04149" y="386514"/>
            <a:ext cx="1193152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kern="0" spc="93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Tracking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672198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Logging and Background Event Tracking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300" y="1180549"/>
            <a:ext cx="5663272" cy="2562757"/>
          </a:xfrm>
          <a:custGeom>
            <a:avLst/>
            <a:gdLst/>
            <a:ahLst/>
            <a:cxnLst/>
            <a:rect l="l" t="t" r="r" b="b"/>
            <a:pathLst>
              <a:path w="5663272" h="2562757">
                <a:moveTo>
                  <a:pt x="100819" y="0"/>
                </a:moveTo>
                <a:lnTo>
                  <a:pt x="5562453" y="0"/>
                </a:lnTo>
                <a:cubicBezTo>
                  <a:pt x="5618134" y="0"/>
                  <a:pt x="5663272" y="45138"/>
                  <a:pt x="5663272" y="100819"/>
                </a:cubicBezTo>
                <a:lnTo>
                  <a:pt x="5663272" y="2461938"/>
                </a:lnTo>
                <a:cubicBezTo>
                  <a:pt x="5663272" y="2517619"/>
                  <a:pt x="5618134" y="2562757"/>
                  <a:pt x="5562453" y="2562757"/>
                </a:cubicBezTo>
                <a:lnTo>
                  <a:pt x="100819" y="2562757"/>
                </a:lnTo>
                <a:cubicBezTo>
                  <a:pt x="45138" y="2562757"/>
                  <a:pt x="0" y="2517619"/>
                  <a:pt x="0" y="2461938"/>
                </a:cubicBezTo>
                <a:lnTo>
                  <a:pt x="0" y="100819"/>
                </a:lnTo>
                <a:cubicBezTo>
                  <a:pt x="0" y="45175"/>
                  <a:pt x="45175" y="0"/>
                  <a:pt x="10081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753" y="1357001"/>
            <a:ext cx="327697" cy="327697"/>
          </a:xfrm>
          <a:custGeom>
            <a:avLst/>
            <a:gdLst/>
            <a:ahLst/>
            <a:cxnLst/>
            <a:rect l="l" t="t" r="r" b="b"/>
            <a:pathLst>
              <a:path w="327697" h="327697">
                <a:moveTo>
                  <a:pt x="67220" y="0"/>
                </a:moveTo>
                <a:lnTo>
                  <a:pt x="260476" y="0"/>
                </a:lnTo>
                <a:cubicBezTo>
                  <a:pt x="297601" y="0"/>
                  <a:pt x="327697" y="30096"/>
                  <a:pt x="327697" y="67220"/>
                </a:cubicBezTo>
                <a:lnTo>
                  <a:pt x="327697" y="260476"/>
                </a:lnTo>
                <a:cubicBezTo>
                  <a:pt x="327697" y="297601"/>
                  <a:pt x="297601" y="327697"/>
                  <a:pt x="260476" y="327697"/>
                </a:cubicBezTo>
                <a:lnTo>
                  <a:pt x="67220" y="327697"/>
                </a:lnTo>
                <a:cubicBezTo>
                  <a:pt x="30096" y="327697"/>
                  <a:pt x="0" y="297601"/>
                  <a:pt x="0" y="260476"/>
                </a:cubicBezTo>
                <a:lnTo>
                  <a:pt x="0" y="67220"/>
                </a:lnTo>
                <a:cubicBezTo>
                  <a:pt x="0" y="30096"/>
                  <a:pt x="30096" y="0"/>
                  <a:pt x="6722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5985" y="1445227"/>
            <a:ext cx="113433" cy="151245"/>
          </a:xfrm>
          <a:custGeom>
            <a:avLst/>
            <a:gdLst/>
            <a:ahLst/>
            <a:cxnLst/>
            <a:rect l="l" t="t" r="r" b="b"/>
            <a:pathLst>
              <a:path w="113433" h="151245">
                <a:moveTo>
                  <a:pt x="91987" y="9453"/>
                </a:moveTo>
                <a:lnTo>
                  <a:pt x="94528" y="9453"/>
                </a:lnTo>
                <a:cubicBezTo>
                  <a:pt x="104956" y="9453"/>
                  <a:pt x="113433" y="17931"/>
                  <a:pt x="113433" y="28358"/>
                </a:cubicBezTo>
                <a:lnTo>
                  <a:pt x="113433" y="132339"/>
                </a:lnTo>
                <a:cubicBezTo>
                  <a:pt x="113433" y="142767"/>
                  <a:pt x="104956" y="151245"/>
                  <a:pt x="94528" y="151245"/>
                </a:cubicBezTo>
                <a:lnTo>
                  <a:pt x="18906" y="151245"/>
                </a:lnTo>
                <a:cubicBezTo>
                  <a:pt x="8478" y="151245"/>
                  <a:pt x="0" y="142767"/>
                  <a:pt x="0" y="132339"/>
                </a:cubicBezTo>
                <a:lnTo>
                  <a:pt x="0" y="28358"/>
                </a:lnTo>
                <a:cubicBezTo>
                  <a:pt x="0" y="17931"/>
                  <a:pt x="8478" y="9453"/>
                  <a:pt x="18906" y="9453"/>
                </a:cubicBezTo>
                <a:lnTo>
                  <a:pt x="21446" y="9453"/>
                </a:lnTo>
                <a:cubicBezTo>
                  <a:pt x="24695" y="3811"/>
                  <a:pt x="30810" y="0"/>
                  <a:pt x="37811" y="0"/>
                </a:cubicBezTo>
                <a:lnTo>
                  <a:pt x="75622" y="0"/>
                </a:lnTo>
                <a:cubicBezTo>
                  <a:pt x="82623" y="0"/>
                  <a:pt x="88738" y="3811"/>
                  <a:pt x="91987" y="9453"/>
                </a:cubicBezTo>
                <a:close/>
                <a:moveTo>
                  <a:pt x="73259" y="33085"/>
                </a:moveTo>
                <a:cubicBezTo>
                  <a:pt x="77188" y="33085"/>
                  <a:pt x="80349" y="29924"/>
                  <a:pt x="80349" y="25995"/>
                </a:cubicBezTo>
                <a:cubicBezTo>
                  <a:pt x="80349" y="22066"/>
                  <a:pt x="77188" y="18906"/>
                  <a:pt x="73259" y="18906"/>
                </a:cubicBezTo>
                <a:lnTo>
                  <a:pt x="40174" y="18906"/>
                </a:lnTo>
                <a:cubicBezTo>
                  <a:pt x="36246" y="18906"/>
                  <a:pt x="33085" y="22066"/>
                  <a:pt x="33085" y="25995"/>
                </a:cubicBezTo>
                <a:cubicBezTo>
                  <a:pt x="33085" y="29924"/>
                  <a:pt x="36246" y="33085"/>
                  <a:pt x="40174" y="33085"/>
                </a:cubicBezTo>
                <a:lnTo>
                  <a:pt x="73259" y="33085"/>
                </a:lnTo>
                <a:close/>
                <a:moveTo>
                  <a:pt x="37811" y="75622"/>
                </a:moveTo>
                <a:cubicBezTo>
                  <a:pt x="37811" y="70405"/>
                  <a:pt x="33576" y="66170"/>
                  <a:pt x="28358" y="66170"/>
                </a:cubicBezTo>
                <a:cubicBezTo>
                  <a:pt x="23141" y="66170"/>
                  <a:pt x="18906" y="70405"/>
                  <a:pt x="18906" y="75622"/>
                </a:cubicBezTo>
                <a:cubicBezTo>
                  <a:pt x="18906" y="80839"/>
                  <a:pt x="23141" y="85075"/>
                  <a:pt x="28358" y="85075"/>
                </a:cubicBezTo>
                <a:cubicBezTo>
                  <a:pt x="33576" y="85075"/>
                  <a:pt x="37811" y="80839"/>
                  <a:pt x="37811" y="75622"/>
                </a:cubicBezTo>
                <a:close/>
                <a:moveTo>
                  <a:pt x="47264" y="75622"/>
                </a:moveTo>
                <a:cubicBezTo>
                  <a:pt x="47264" y="79551"/>
                  <a:pt x="50425" y="82712"/>
                  <a:pt x="54354" y="82712"/>
                </a:cubicBezTo>
                <a:lnTo>
                  <a:pt x="87438" y="82712"/>
                </a:lnTo>
                <a:cubicBezTo>
                  <a:pt x="91367" y="82712"/>
                  <a:pt x="94528" y="79551"/>
                  <a:pt x="94528" y="75622"/>
                </a:cubicBezTo>
                <a:cubicBezTo>
                  <a:pt x="94528" y="71694"/>
                  <a:pt x="91367" y="68533"/>
                  <a:pt x="87438" y="68533"/>
                </a:cubicBezTo>
                <a:lnTo>
                  <a:pt x="54354" y="68533"/>
                </a:lnTo>
                <a:cubicBezTo>
                  <a:pt x="50425" y="68533"/>
                  <a:pt x="47264" y="71694"/>
                  <a:pt x="47264" y="75622"/>
                </a:cubicBezTo>
                <a:close/>
                <a:moveTo>
                  <a:pt x="47264" y="113433"/>
                </a:moveTo>
                <a:cubicBezTo>
                  <a:pt x="47264" y="117362"/>
                  <a:pt x="50425" y="120523"/>
                  <a:pt x="54354" y="120523"/>
                </a:cubicBezTo>
                <a:lnTo>
                  <a:pt x="87438" y="120523"/>
                </a:lnTo>
                <a:cubicBezTo>
                  <a:pt x="91367" y="120523"/>
                  <a:pt x="94528" y="117362"/>
                  <a:pt x="94528" y="113433"/>
                </a:cubicBezTo>
                <a:cubicBezTo>
                  <a:pt x="94528" y="109505"/>
                  <a:pt x="91367" y="106344"/>
                  <a:pt x="87438" y="106344"/>
                </a:cubicBezTo>
                <a:lnTo>
                  <a:pt x="54354" y="106344"/>
                </a:lnTo>
                <a:cubicBezTo>
                  <a:pt x="50425" y="106344"/>
                  <a:pt x="47264" y="109505"/>
                  <a:pt x="47264" y="113433"/>
                </a:cubicBezTo>
                <a:close/>
                <a:moveTo>
                  <a:pt x="28358" y="122886"/>
                </a:moveTo>
                <a:cubicBezTo>
                  <a:pt x="33576" y="122886"/>
                  <a:pt x="37811" y="118651"/>
                  <a:pt x="37811" y="113433"/>
                </a:cubicBezTo>
                <a:cubicBezTo>
                  <a:pt x="37811" y="108216"/>
                  <a:pt x="33576" y="103981"/>
                  <a:pt x="28358" y="103981"/>
                </a:cubicBezTo>
                <a:cubicBezTo>
                  <a:pt x="23141" y="103981"/>
                  <a:pt x="18906" y="108216"/>
                  <a:pt x="18906" y="113433"/>
                </a:cubicBezTo>
                <a:cubicBezTo>
                  <a:pt x="18906" y="118651"/>
                  <a:pt x="23141" y="122886"/>
                  <a:pt x="28358" y="12288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949480" y="1403214"/>
            <a:ext cx="184014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551" y="1823338"/>
            <a:ext cx="5377588" cy="38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6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interactions are processed </a:t>
            </a:r>
            <a:r>
              <a:rPr lang="en-US" sz="926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silently</a:t>
            </a:r>
            <a:r>
              <a:rPr lang="en-US" sz="926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disrupting the user experience. The system captures critical events while maintaining frontend responsiveness.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6753" y="2344292"/>
            <a:ext cx="5310368" cy="1218360"/>
          </a:xfrm>
          <a:custGeom>
            <a:avLst/>
            <a:gdLst/>
            <a:ahLst/>
            <a:cxnLst/>
            <a:rect l="l" t="t" r="r" b="b"/>
            <a:pathLst>
              <a:path w="5310368" h="1218360">
                <a:moveTo>
                  <a:pt x="67217" y="0"/>
                </a:moveTo>
                <a:lnTo>
                  <a:pt x="5243151" y="0"/>
                </a:lnTo>
                <a:cubicBezTo>
                  <a:pt x="5280274" y="0"/>
                  <a:pt x="5310368" y="30094"/>
                  <a:pt x="5310368" y="67217"/>
                </a:cubicBezTo>
                <a:lnTo>
                  <a:pt x="5310368" y="1151143"/>
                </a:lnTo>
                <a:cubicBezTo>
                  <a:pt x="5310368" y="1188266"/>
                  <a:pt x="5280274" y="1218360"/>
                  <a:pt x="5243151" y="1218360"/>
                </a:cubicBezTo>
                <a:lnTo>
                  <a:pt x="67217" y="1218360"/>
                </a:lnTo>
                <a:cubicBezTo>
                  <a:pt x="30119" y="1218360"/>
                  <a:pt x="0" y="1188241"/>
                  <a:pt x="0" y="1151143"/>
                </a:cubicBezTo>
                <a:lnTo>
                  <a:pt x="0" y="67217"/>
                </a:lnTo>
                <a:cubicBezTo>
                  <a:pt x="0" y="30119"/>
                  <a:pt x="30119" y="0"/>
                  <a:pt x="672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94" y="2482933"/>
            <a:ext cx="508350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kern="0" spc="4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Method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5394" y="2718203"/>
            <a:ext cx="5033086" cy="705808"/>
          </a:xfrm>
          <a:custGeom>
            <a:avLst/>
            <a:gdLst/>
            <a:ahLst/>
            <a:cxnLst/>
            <a:rect l="l" t="t" r="r" b="b"/>
            <a:pathLst>
              <a:path w="5033086" h="705808">
                <a:moveTo>
                  <a:pt x="67221" y="0"/>
                </a:moveTo>
                <a:lnTo>
                  <a:pt x="4965865" y="0"/>
                </a:lnTo>
                <a:cubicBezTo>
                  <a:pt x="5002990" y="0"/>
                  <a:pt x="5033086" y="30096"/>
                  <a:pt x="5033086" y="67221"/>
                </a:cubicBezTo>
                <a:lnTo>
                  <a:pt x="5033086" y="638587"/>
                </a:lnTo>
                <a:cubicBezTo>
                  <a:pt x="5033086" y="675712"/>
                  <a:pt x="5002990" y="705808"/>
                  <a:pt x="4965865" y="705808"/>
                </a:cubicBezTo>
                <a:lnTo>
                  <a:pt x="67221" y="705808"/>
                </a:lnTo>
                <a:cubicBezTo>
                  <a:pt x="30096" y="705808"/>
                  <a:pt x="0" y="675712"/>
                  <a:pt x="0" y="638587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6223" y="2819032"/>
            <a:ext cx="488184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logAction()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6223" y="2987082"/>
            <a:ext cx="488184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Captures user registrations and logins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6223" y="3188742"/>
            <a:ext cx="488184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Records timestamped events to database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0300" y="3881946"/>
            <a:ext cx="5663272" cy="2966076"/>
          </a:xfrm>
          <a:custGeom>
            <a:avLst/>
            <a:gdLst/>
            <a:ahLst/>
            <a:cxnLst/>
            <a:rect l="l" t="t" r="r" b="b"/>
            <a:pathLst>
              <a:path w="5663272" h="2966076">
                <a:moveTo>
                  <a:pt x="100817" y="0"/>
                </a:moveTo>
                <a:lnTo>
                  <a:pt x="5562455" y="0"/>
                </a:lnTo>
                <a:cubicBezTo>
                  <a:pt x="5618135" y="0"/>
                  <a:pt x="5663272" y="45137"/>
                  <a:pt x="5663272" y="100817"/>
                </a:cubicBezTo>
                <a:lnTo>
                  <a:pt x="5663272" y="2865259"/>
                </a:lnTo>
                <a:cubicBezTo>
                  <a:pt x="5663272" y="2920939"/>
                  <a:pt x="5618135" y="2966076"/>
                  <a:pt x="5562455" y="2966076"/>
                </a:cubicBezTo>
                <a:lnTo>
                  <a:pt x="100817" y="2966076"/>
                </a:lnTo>
                <a:cubicBezTo>
                  <a:pt x="45137" y="2966076"/>
                  <a:pt x="0" y="2920939"/>
                  <a:pt x="0" y="2865259"/>
                </a:cubicBezTo>
                <a:lnTo>
                  <a:pt x="0" y="100817"/>
                </a:lnTo>
                <a:cubicBezTo>
                  <a:pt x="0" y="45137"/>
                  <a:pt x="45137" y="0"/>
                  <a:pt x="10081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010" y="4096210"/>
            <a:ext cx="132339" cy="151245"/>
          </a:xfrm>
          <a:custGeom>
            <a:avLst/>
            <a:gdLst/>
            <a:ahLst/>
            <a:cxnLst/>
            <a:rect l="l" t="t" r="r" b="b"/>
            <a:pathLst>
              <a:path w="132339" h="151245">
                <a:moveTo>
                  <a:pt x="132339" y="60793"/>
                </a:moveTo>
                <a:cubicBezTo>
                  <a:pt x="127967" y="63688"/>
                  <a:pt x="122945" y="66022"/>
                  <a:pt x="117717" y="67883"/>
                </a:cubicBezTo>
                <a:cubicBezTo>
                  <a:pt x="103833" y="72846"/>
                  <a:pt x="85607" y="75622"/>
                  <a:pt x="66170" y="75622"/>
                </a:cubicBezTo>
                <a:cubicBezTo>
                  <a:pt x="46732" y="75622"/>
                  <a:pt x="28477" y="72816"/>
                  <a:pt x="14622" y="67883"/>
                </a:cubicBezTo>
                <a:cubicBezTo>
                  <a:pt x="9423" y="66022"/>
                  <a:pt x="4372" y="63688"/>
                  <a:pt x="0" y="60793"/>
                </a:cubicBezTo>
                <a:lnTo>
                  <a:pt x="0" y="85075"/>
                </a:lnTo>
                <a:cubicBezTo>
                  <a:pt x="0" y="98132"/>
                  <a:pt x="29629" y="108707"/>
                  <a:pt x="66170" y="108707"/>
                </a:cubicBezTo>
                <a:cubicBezTo>
                  <a:pt x="102710" y="108707"/>
                  <a:pt x="132339" y="98132"/>
                  <a:pt x="132339" y="85075"/>
                </a:cubicBezTo>
                <a:lnTo>
                  <a:pt x="132339" y="60793"/>
                </a:lnTo>
                <a:close/>
                <a:moveTo>
                  <a:pt x="132339" y="37811"/>
                </a:moveTo>
                <a:lnTo>
                  <a:pt x="132339" y="23632"/>
                </a:lnTo>
                <a:cubicBezTo>
                  <a:pt x="132339" y="10575"/>
                  <a:pt x="102710" y="0"/>
                  <a:pt x="66170" y="0"/>
                </a:cubicBezTo>
                <a:cubicBezTo>
                  <a:pt x="29629" y="0"/>
                  <a:pt x="0" y="10575"/>
                  <a:pt x="0" y="23632"/>
                </a:cubicBezTo>
                <a:lnTo>
                  <a:pt x="0" y="37811"/>
                </a:lnTo>
                <a:cubicBezTo>
                  <a:pt x="0" y="50868"/>
                  <a:pt x="29629" y="61443"/>
                  <a:pt x="66170" y="61443"/>
                </a:cubicBezTo>
                <a:cubicBezTo>
                  <a:pt x="102710" y="61443"/>
                  <a:pt x="132339" y="50868"/>
                  <a:pt x="132339" y="37811"/>
                </a:cubicBezTo>
                <a:close/>
                <a:moveTo>
                  <a:pt x="117717" y="115147"/>
                </a:moveTo>
                <a:cubicBezTo>
                  <a:pt x="103863" y="120080"/>
                  <a:pt x="85636" y="122886"/>
                  <a:pt x="66170" y="122886"/>
                </a:cubicBezTo>
                <a:cubicBezTo>
                  <a:pt x="46703" y="122886"/>
                  <a:pt x="28477" y="120080"/>
                  <a:pt x="14622" y="115147"/>
                </a:cubicBezTo>
                <a:cubicBezTo>
                  <a:pt x="9423" y="113286"/>
                  <a:pt x="4372" y="110952"/>
                  <a:pt x="0" y="108057"/>
                </a:cubicBezTo>
                <a:lnTo>
                  <a:pt x="0" y="127613"/>
                </a:lnTo>
                <a:cubicBezTo>
                  <a:pt x="0" y="140669"/>
                  <a:pt x="29629" y="151245"/>
                  <a:pt x="66170" y="151245"/>
                </a:cubicBezTo>
                <a:cubicBezTo>
                  <a:pt x="102710" y="151245"/>
                  <a:pt x="132339" y="140669"/>
                  <a:pt x="132339" y="127613"/>
                </a:cubicBezTo>
                <a:lnTo>
                  <a:pt x="132339" y="108057"/>
                </a:lnTo>
                <a:cubicBezTo>
                  <a:pt x="127967" y="110952"/>
                  <a:pt x="122945" y="113286"/>
                  <a:pt x="117717" y="11514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5808" y="4054197"/>
            <a:ext cx="520113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6753" y="4394498"/>
            <a:ext cx="5310368" cy="512551"/>
          </a:xfrm>
          <a:custGeom>
            <a:avLst/>
            <a:gdLst/>
            <a:ahLst/>
            <a:cxnLst/>
            <a:rect l="l" t="t" r="r" b="b"/>
            <a:pathLst>
              <a:path w="5310368" h="512551">
                <a:moveTo>
                  <a:pt x="67221" y="0"/>
                </a:moveTo>
                <a:lnTo>
                  <a:pt x="5243147" y="0"/>
                </a:lnTo>
                <a:cubicBezTo>
                  <a:pt x="5280272" y="0"/>
                  <a:pt x="5310368" y="30096"/>
                  <a:pt x="5310368" y="67221"/>
                </a:cubicBezTo>
                <a:lnTo>
                  <a:pt x="5310368" y="445330"/>
                </a:lnTo>
                <a:cubicBezTo>
                  <a:pt x="5310368" y="482455"/>
                  <a:pt x="5280272" y="512551"/>
                  <a:pt x="5243147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84" y="4516334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33610" y="0"/>
                </a:moveTo>
                <a:lnTo>
                  <a:pt x="235269" y="0"/>
                </a:lnTo>
                <a:cubicBezTo>
                  <a:pt x="253832" y="0"/>
                  <a:pt x="268879" y="15048"/>
                  <a:pt x="268879" y="33610"/>
                </a:cubicBezTo>
                <a:lnTo>
                  <a:pt x="268879" y="235269"/>
                </a:lnTo>
                <a:cubicBezTo>
                  <a:pt x="268879" y="253832"/>
                  <a:pt x="253832" y="268879"/>
                  <a:pt x="235269" y="268879"/>
                </a:cubicBezTo>
                <a:lnTo>
                  <a:pt x="33610" y="268879"/>
                </a:lnTo>
                <a:cubicBezTo>
                  <a:pt x="15048" y="268879"/>
                  <a:pt x="0" y="253832"/>
                  <a:pt x="0" y="23526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6859" y="4591956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>
                <a:moveTo>
                  <a:pt x="51465" y="56979"/>
                </a:moveTo>
                <a:cubicBezTo>
                  <a:pt x="66682" y="56979"/>
                  <a:pt x="79036" y="44625"/>
                  <a:pt x="79036" y="29409"/>
                </a:cubicBezTo>
                <a:cubicBezTo>
                  <a:pt x="79036" y="14192"/>
                  <a:pt x="66682" y="1838"/>
                  <a:pt x="51465" y="1838"/>
                </a:cubicBezTo>
                <a:cubicBezTo>
                  <a:pt x="36249" y="1838"/>
                  <a:pt x="23895" y="14192"/>
                  <a:pt x="23895" y="29409"/>
                </a:cubicBezTo>
                <a:cubicBezTo>
                  <a:pt x="23895" y="44625"/>
                  <a:pt x="36249" y="56979"/>
                  <a:pt x="51465" y="56979"/>
                </a:cubicBezTo>
                <a:close/>
                <a:moveTo>
                  <a:pt x="44641" y="69846"/>
                </a:moveTo>
                <a:cubicBezTo>
                  <a:pt x="22011" y="69846"/>
                  <a:pt x="3676" y="88180"/>
                  <a:pt x="3676" y="110811"/>
                </a:cubicBezTo>
                <a:cubicBezTo>
                  <a:pt x="3676" y="114579"/>
                  <a:pt x="6732" y="117635"/>
                  <a:pt x="10500" y="117635"/>
                </a:cubicBezTo>
                <a:lnTo>
                  <a:pt x="92431" y="117635"/>
                </a:lnTo>
                <a:cubicBezTo>
                  <a:pt x="96199" y="117635"/>
                  <a:pt x="99254" y="114579"/>
                  <a:pt x="99254" y="110811"/>
                </a:cubicBezTo>
                <a:cubicBezTo>
                  <a:pt x="99254" y="88180"/>
                  <a:pt x="80920" y="69846"/>
                  <a:pt x="58289" y="69846"/>
                </a:cubicBezTo>
                <a:lnTo>
                  <a:pt x="44641" y="69846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2" name="Text 20"/>
          <p:cNvSpPr/>
          <p:nvPr/>
        </p:nvSpPr>
        <p:spPr>
          <a:xfrm>
            <a:off x="991493" y="4499529"/>
            <a:ext cx="89066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user_id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1493" y="4667578"/>
            <a:ext cx="88226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the actor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6753" y="4982671"/>
            <a:ext cx="5310368" cy="512551"/>
          </a:xfrm>
          <a:custGeom>
            <a:avLst/>
            <a:gdLst/>
            <a:ahLst/>
            <a:cxnLst/>
            <a:rect l="l" t="t" r="r" b="b"/>
            <a:pathLst>
              <a:path w="5310368" h="512551">
                <a:moveTo>
                  <a:pt x="67221" y="0"/>
                </a:moveTo>
                <a:lnTo>
                  <a:pt x="5243147" y="0"/>
                </a:lnTo>
                <a:cubicBezTo>
                  <a:pt x="5280272" y="0"/>
                  <a:pt x="5310368" y="30096"/>
                  <a:pt x="5310368" y="67221"/>
                </a:cubicBezTo>
                <a:lnTo>
                  <a:pt x="5310368" y="445330"/>
                </a:lnTo>
                <a:cubicBezTo>
                  <a:pt x="5310368" y="482455"/>
                  <a:pt x="5280272" y="512551"/>
                  <a:pt x="5243147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84" y="5104507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33610" y="0"/>
                </a:moveTo>
                <a:lnTo>
                  <a:pt x="235269" y="0"/>
                </a:lnTo>
                <a:cubicBezTo>
                  <a:pt x="253832" y="0"/>
                  <a:pt x="268879" y="15048"/>
                  <a:pt x="268879" y="33610"/>
                </a:cubicBezTo>
                <a:lnTo>
                  <a:pt x="268879" y="235269"/>
                </a:lnTo>
                <a:cubicBezTo>
                  <a:pt x="268879" y="253832"/>
                  <a:pt x="253832" y="268879"/>
                  <a:pt x="235269" y="268879"/>
                </a:cubicBezTo>
                <a:lnTo>
                  <a:pt x="33610" y="268879"/>
                </a:lnTo>
                <a:cubicBezTo>
                  <a:pt x="15048" y="268879"/>
                  <a:pt x="0" y="253832"/>
                  <a:pt x="0" y="23526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9507" y="5180130"/>
            <a:ext cx="117635" cy="117635"/>
          </a:xfrm>
          <a:custGeom>
            <a:avLst/>
            <a:gdLst/>
            <a:ahLst/>
            <a:cxnLst/>
            <a:rect l="l" t="t" r="r" b="b"/>
            <a:pathLst>
              <a:path w="117635" h="117635">
                <a:moveTo>
                  <a:pt x="7467" y="22057"/>
                </a:moveTo>
                <a:lnTo>
                  <a:pt x="7467" y="56405"/>
                </a:lnTo>
                <a:cubicBezTo>
                  <a:pt x="7467" y="60311"/>
                  <a:pt x="9006" y="64056"/>
                  <a:pt x="11763" y="66813"/>
                </a:cubicBezTo>
                <a:lnTo>
                  <a:pt x="55876" y="110926"/>
                </a:lnTo>
                <a:cubicBezTo>
                  <a:pt x="61620" y="116670"/>
                  <a:pt x="70925" y="116670"/>
                  <a:pt x="76669" y="110926"/>
                </a:cubicBezTo>
                <a:lnTo>
                  <a:pt x="111018" y="76577"/>
                </a:lnTo>
                <a:cubicBezTo>
                  <a:pt x="116762" y="70834"/>
                  <a:pt x="116762" y="61528"/>
                  <a:pt x="111018" y="55785"/>
                </a:cubicBezTo>
                <a:lnTo>
                  <a:pt x="66905" y="11672"/>
                </a:lnTo>
                <a:cubicBezTo>
                  <a:pt x="64148" y="8892"/>
                  <a:pt x="60426" y="7352"/>
                  <a:pt x="56520" y="7352"/>
                </a:cubicBezTo>
                <a:lnTo>
                  <a:pt x="22171" y="7352"/>
                </a:lnTo>
                <a:cubicBezTo>
                  <a:pt x="14061" y="7352"/>
                  <a:pt x="7467" y="13946"/>
                  <a:pt x="7467" y="22057"/>
                </a:cubicBezTo>
                <a:close/>
                <a:moveTo>
                  <a:pt x="33200" y="25733"/>
                </a:moveTo>
                <a:cubicBezTo>
                  <a:pt x="37257" y="25733"/>
                  <a:pt x="40552" y="29027"/>
                  <a:pt x="40552" y="33085"/>
                </a:cubicBezTo>
                <a:cubicBezTo>
                  <a:pt x="40552" y="37143"/>
                  <a:pt x="37257" y="40437"/>
                  <a:pt x="33200" y="40437"/>
                </a:cubicBezTo>
                <a:cubicBezTo>
                  <a:pt x="29142" y="40437"/>
                  <a:pt x="25847" y="37143"/>
                  <a:pt x="25847" y="33085"/>
                </a:cubicBezTo>
                <a:cubicBezTo>
                  <a:pt x="25847" y="29027"/>
                  <a:pt x="29142" y="25733"/>
                  <a:pt x="33200" y="25733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991493" y="5087702"/>
            <a:ext cx="91587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action_type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1493" y="5255752"/>
            <a:ext cx="907468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classification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6753" y="5570845"/>
            <a:ext cx="5310368" cy="512551"/>
          </a:xfrm>
          <a:custGeom>
            <a:avLst/>
            <a:gdLst/>
            <a:ahLst/>
            <a:cxnLst/>
            <a:rect l="l" t="t" r="r" b="b"/>
            <a:pathLst>
              <a:path w="5310368" h="512551">
                <a:moveTo>
                  <a:pt x="67221" y="0"/>
                </a:moveTo>
                <a:lnTo>
                  <a:pt x="5243147" y="0"/>
                </a:lnTo>
                <a:cubicBezTo>
                  <a:pt x="5280272" y="0"/>
                  <a:pt x="5310368" y="30096"/>
                  <a:pt x="5310368" y="67221"/>
                </a:cubicBezTo>
                <a:lnTo>
                  <a:pt x="5310368" y="445330"/>
                </a:lnTo>
                <a:cubicBezTo>
                  <a:pt x="5310368" y="482455"/>
                  <a:pt x="5280272" y="512551"/>
                  <a:pt x="5243147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84" y="5692681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33610" y="0"/>
                </a:moveTo>
                <a:lnTo>
                  <a:pt x="235269" y="0"/>
                </a:lnTo>
                <a:cubicBezTo>
                  <a:pt x="253832" y="0"/>
                  <a:pt x="268879" y="15048"/>
                  <a:pt x="268879" y="33610"/>
                </a:cubicBezTo>
                <a:lnTo>
                  <a:pt x="268879" y="235269"/>
                </a:lnTo>
                <a:cubicBezTo>
                  <a:pt x="268879" y="253832"/>
                  <a:pt x="253832" y="268879"/>
                  <a:pt x="235269" y="268879"/>
                </a:cubicBezTo>
                <a:lnTo>
                  <a:pt x="33610" y="268879"/>
                </a:lnTo>
                <a:cubicBezTo>
                  <a:pt x="15048" y="268879"/>
                  <a:pt x="0" y="253832"/>
                  <a:pt x="0" y="23526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06859" y="5768303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>
                <a:moveTo>
                  <a:pt x="66170" y="14704"/>
                </a:moveTo>
                <a:cubicBezTo>
                  <a:pt x="66170" y="18771"/>
                  <a:pt x="62884" y="22057"/>
                  <a:pt x="58817" y="22057"/>
                </a:cubicBezTo>
                <a:lnTo>
                  <a:pt x="7352" y="22057"/>
                </a:lnTo>
                <a:cubicBezTo>
                  <a:pt x="3286" y="22057"/>
                  <a:pt x="0" y="18771"/>
                  <a:pt x="0" y="14704"/>
                </a:cubicBezTo>
                <a:cubicBezTo>
                  <a:pt x="0" y="10638"/>
                  <a:pt x="3286" y="7352"/>
                  <a:pt x="7352" y="7352"/>
                </a:cubicBezTo>
                <a:lnTo>
                  <a:pt x="58817" y="7352"/>
                </a:lnTo>
                <a:cubicBezTo>
                  <a:pt x="62884" y="7352"/>
                  <a:pt x="66170" y="10638"/>
                  <a:pt x="66170" y="14704"/>
                </a:cubicBezTo>
                <a:close/>
                <a:moveTo>
                  <a:pt x="66170" y="73522"/>
                </a:moveTo>
                <a:cubicBezTo>
                  <a:pt x="66170" y="77588"/>
                  <a:pt x="62884" y="80874"/>
                  <a:pt x="58817" y="80874"/>
                </a:cubicBezTo>
                <a:lnTo>
                  <a:pt x="7352" y="80874"/>
                </a:lnTo>
                <a:cubicBezTo>
                  <a:pt x="3286" y="80874"/>
                  <a:pt x="0" y="77588"/>
                  <a:pt x="0" y="73522"/>
                </a:cubicBezTo>
                <a:cubicBezTo>
                  <a:pt x="0" y="69455"/>
                  <a:pt x="3286" y="66170"/>
                  <a:pt x="7352" y="66170"/>
                </a:cubicBezTo>
                <a:lnTo>
                  <a:pt x="58817" y="66170"/>
                </a:lnTo>
                <a:cubicBezTo>
                  <a:pt x="62884" y="66170"/>
                  <a:pt x="66170" y="69455"/>
                  <a:pt x="66170" y="73522"/>
                </a:cubicBezTo>
                <a:close/>
                <a:moveTo>
                  <a:pt x="0" y="44113"/>
                </a:moveTo>
                <a:cubicBezTo>
                  <a:pt x="0" y="40046"/>
                  <a:pt x="3286" y="36761"/>
                  <a:pt x="7352" y="36761"/>
                </a:cubicBezTo>
                <a:lnTo>
                  <a:pt x="95578" y="36761"/>
                </a:lnTo>
                <a:cubicBezTo>
                  <a:pt x="99645" y="36761"/>
                  <a:pt x="102930" y="40046"/>
                  <a:pt x="102930" y="44113"/>
                </a:cubicBezTo>
                <a:cubicBezTo>
                  <a:pt x="102930" y="48180"/>
                  <a:pt x="99645" y="51465"/>
                  <a:pt x="95578" y="51465"/>
                </a:cubicBezTo>
                <a:lnTo>
                  <a:pt x="7352" y="51465"/>
                </a:lnTo>
                <a:cubicBezTo>
                  <a:pt x="3286" y="51465"/>
                  <a:pt x="0" y="48180"/>
                  <a:pt x="0" y="44113"/>
                </a:cubicBezTo>
                <a:close/>
                <a:moveTo>
                  <a:pt x="102930" y="102930"/>
                </a:moveTo>
                <a:cubicBezTo>
                  <a:pt x="102930" y="106997"/>
                  <a:pt x="99645" y="110283"/>
                  <a:pt x="95578" y="110283"/>
                </a:cubicBezTo>
                <a:lnTo>
                  <a:pt x="7352" y="110283"/>
                </a:lnTo>
                <a:cubicBezTo>
                  <a:pt x="3286" y="110283"/>
                  <a:pt x="0" y="106997"/>
                  <a:pt x="0" y="102930"/>
                </a:cubicBezTo>
                <a:cubicBezTo>
                  <a:pt x="0" y="98864"/>
                  <a:pt x="3286" y="95578"/>
                  <a:pt x="7352" y="95578"/>
                </a:cubicBezTo>
                <a:lnTo>
                  <a:pt x="95578" y="95578"/>
                </a:lnTo>
                <a:cubicBezTo>
                  <a:pt x="99645" y="95578"/>
                  <a:pt x="102930" y="98864"/>
                  <a:pt x="102930" y="10293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2" name="Text 30"/>
          <p:cNvSpPr/>
          <p:nvPr/>
        </p:nvSpPr>
        <p:spPr>
          <a:xfrm>
            <a:off x="991493" y="5675876"/>
            <a:ext cx="1050310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1493" y="5843926"/>
            <a:ext cx="1041908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event context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753" y="6159019"/>
            <a:ext cx="5310368" cy="512551"/>
          </a:xfrm>
          <a:custGeom>
            <a:avLst/>
            <a:gdLst/>
            <a:ahLst/>
            <a:cxnLst/>
            <a:rect l="l" t="t" r="r" b="b"/>
            <a:pathLst>
              <a:path w="5310368" h="512551">
                <a:moveTo>
                  <a:pt x="67221" y="0"/>
                </a:moveTo>
                <a:lnTo>
                  <a:pt x="5243147" y="0"/>
                </a:lnTo>
                <a:cubicBezTo>
                  <a:pt x="5280272" y="0"/>
                  <a:pt x="5310368" y="30096"/>
                  <a:pt x="5310368" y="67221"/>
                </a:cubicBezTo>
                <a:lnTo>
                  <a:pt x="5310368" y="445330"/>
                </a:lnTo>
                <a:cubicBezTo>
                  <a:pt x="5310368" y="482455"/>
                  <a:pt x="5280272" y="512551"/>
                  <a:pt x="5243147" y="512551"/>
                </a:cubicBezTo>
                <a:lnTo>
                  <a:pt x="67221" y="512551"/>
                </a:lnTo>
                <a:cubicBezTo>
                  <a:pt x="30096" y="512551"/>
                  <a:pt x="0" y="482455"/>
                  <a:pt x="0" y="445330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84" y="6280855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33610" y="0"/>
                </a:moveTo>
                <a:lnTo>
                  <a:pt x="235269" y="0"/>
                </a:lnTo>
                <a:cubicBezTo>
                  <a:pt x="253832" y="0"/>
                  <a:pt x="268879" y="15048"/>
                  <a:pt x="268879" y="33610"/>
                </a:cubicBezTo>
                <a:lnTo>
                  <a:pt x="268879" y="235269"/>
                </a:lnTo>
                <a:cubicBezTo>
                  <a:pt x="268879" y="253832"/>
                  <a:pt x="253832" y="268879"/>
                  <a:pt x="235269" y="268879"/>
                </a:cubicBezTo>
                <a:lnTo>
                  <a:pt x="33610" y="268879"/>
                </a:lnTo>
                <a:cubicBezTo>
                  <a:pt x="15048" y="268879"/>
                  <a:pt x="0" y="253832"/>
                  <a:pt x="0" y="23526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99507" y="6356477"/>
            <a:ext cx="117635" cy="117635"/>
          </a:xfrm>
          <a:custGeom>
            <a:avLst/>
            <a:gdLst/>
            <a:ahLst/>
            <a:cxnLst/>
            <a:rect l="l" t="t" r="r" b="b"/>
            <a:pathLst>
              <a:path w="117635" h="117635">
                <a:moveTo>
                  <a:pt x="58817" y="0"/>
                </a:moveTo>
                <a:cubicBezTo>
                  <a:pt x="91280" y="0"/>
                  <a:pt x="117635" y="26355"/>
                  <a:pt x="117635" y="58817"/>
                </a:cubicBezTo>
                <a:cubicBezTo>
                  <a:pt x="117635" y="91280"/>
                  <a:pt x="91280" y="117635"/>
                  <a:pt x="58817" y="117635"/>
                </a:cubicBezTo>
                <a:cubicBezTo>
                  <a:pt x="26355" y="117635"/>
                  <a:pt x="0" y="91280"/>
                  <a:pt x="0" y="58817"/>
                </a:cubicBezTo>
                <a:cubicBezTo>
                  <a:pt x="0" y="26355"/>
                  <a:pt x="26355" y="0"/>
                  <a:pt x="58817" y="0"/>
                </a:cubicBezTo>
                <a:close/>
                <a:moveTo>
                  <a:pt x="53303" y="27571"/>
                </a:moveTo>
                <a:lnTo>
                  <a:pt x="53303" y="58817"/>
                </a:lnTo>
                <a:cubicBezTo>
                  <a:pt x="53303" y="60655"/>
                  <a:pt x="54222" y="62379"/>
                  <a:pt x="55762" y="63412"/>
                </a:cubicBezTo>
                <a:lnTo>
                  <a:pt x="77818" y="78117"/>
                </a:lnTo>
                <a:cubicBezTo>
                  <a:pt x="80345" y="79817"/>
                  <a:pt x="83769" y="79128"/>
                  <a:pt x="85469" y="76577"/>
                </a:cubicBezTo>
                <a:cubicBezTo>
                  <a:pt x="87169" y="74027"/>
                  <a:pt x="86480" y="70627"/>
                  <a:pt x="83930" y="68927"/>
                </a:cubicBezTo>
                <a:lnTo>
                  <a:pt x="64331" y="55876"/>
                </a:lnTo>
                <a:lnTo>
                  <a:pt x="64331" y="27571"/>
                </a:lnTo>
                <a:cubicBezTo>
                  <a:pt x="64331" y="24515"/>
                  <a:pt x="61873" y="22057"/>
                  <a:pt x="58817" y="22057"/>
                </a:cubicBezTo>
                <a:cubicBezTo>
                  <a:pt x="55762" y="22057"/>
                  <a:pt x="53303" y="24515"/>
                  <a:pt x="53303" y="2757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7" name="Text 35"/>
          <p:cNvSpPr/>
          <p:nvPr/>
        </p:nvSpPr>
        <p:spPr>
          <a:xfrm>
            <a:off x="991493" y="6264050"/>
            <a:ext cx="100829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1493" y="6432099"/>
            <a:ext cx="999895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event occurred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2782" y="1180549"/>
            <a:ext cx="5663272" cy="2579562"/>
          </a:xfrm>
          <a:custGeom>
            <a:avLst/>
            <a:gdLst/>
            <a:ahLst/>
            <a:cxnLst/>
            <a:rect l="l" t="t" r="r" b="b"/>
            <a:pathLst>
              <a:path w="5663272" h="2579562">
                <a:moveTo>
                  <a:pt x="100835" y="0"/>
                </a:moveTo>
                <a:lnTo>
                  <a:pt x="5562437" y="0"/>
                </a:lnTo>
                <a:cubicBezTo>
                  <a:pt x="5618127" y="0"/>
                  <a:pt x="5663272" y="45145"/>
                  <a:pt x="5663272" y="100835"/>
                </a:cubicBezTo>
                <a:lnTo>
                  <a:pt x="5663272" y="2478727"/>
                </a:lnTo>
                <a:cubicBezTo>
                  <a:pt x="5663272" y="2534416"/>
                  <a:pt x="5618127" y="2579562"/>
                  <a:pt x="5562437" y="2579562"/>
                </a:cubicBezTo>
                <a:lnTo>
                  <a:pt x="100835" y="2579562"/>
                </a:lnTo>
                <a:cubicBezTo>
                  <a:pt x="45145" y="2579562"/>
                  <a:pt x="0" y="2534416"/>
                  <a:pt x="0" y="2478727"/>
                </a:cubicBezTo>
                <a:lnTo>
                  <a:pt x="0" y="100835"/>
                </a:lnTo>
                <a:cubicBezTo>
                  <a:pt x="0" y="45145"/>
                  <a:pt x="45145" y="0"/>
                  <a:pt x="100835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6039" y="1394812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75622" y="0"/>
                </a:moveTo>
                <a:cubicBezTo>
                  <a:pt x="76981" y="0"/>
                  <a:pt x="78340" y="295"/>
                  <a:pt x="79581" y="857"/>
                </a:cubicBezTo>
                <a:lnTo>
                  <a:pt x="135234" y="24459"/>
                </a:lnTo>
                <a:cubicBezTo>
                  <a:pt x="141733" y="27206"/>
                  <a:pt x="146577" y="33616"/>
                  <a:pt x="146548" y="41356"/>
                </a:cubicBezTo>
                <a:cubicBezTo>
                  <a:pt x="146400" y="70660"/>
                  <a:pt x="134348" y="124275"/>
                  <a:pt x="83450" y="148645"/>
                </a:cubicBezTo>
                <a:cubicBezTo>
                  <a:pt x="78517" y="151008"/>
                  <a:pt x="72786" y="151008"/>
                  <a:pt x="67853" y="148645"/>
                </a:cubicBezTo>
                <a:cubicBezTo>
                  <a:pt x="16926" y="124275"/>
                  <a:pt x="4904" y="70660"/>
                  <a:pt x="4756" y="41356"/>
                </a:cubicBezTo>
                <a:cubicBezTo>
                  <a:pt x="4726" y="33616"/>
                  <a:pt x="9571" y="27206"/>
                  <a:pt x="16070" y="24459"/>
                </a:cubicBezTo>
                <a:lnTo>
                  <a:pt x="71694" y="857"/>
                </a:lnTo>
                <a:cubicBezTo>
                  <a:pt x="72934" y="295"/>
                  <a:pt x="74263" y="0"/>
                  <a:pt x="75622" y="0"/>
                </a:cubicBezTo>
                <a:close/>
                <a:moveTo>
                  <a:pt x="75622" y="19733"/>
                </a:moveTo>
                <a:lnTo>
                  <a:pt x="75622" y="131423"/>
                </a:lnTo>
                <a:cubicBezTo>
                  <a:pt x="116387" y="111691"/>
                  <a:pt x="127347" y="67971"/>
                  <a:pt x="127613" y="41799"/>
                </a:cubicBezTo>
                <a:lnTo>
                  <a:pt x="75622" y="19762"/>
                </a:lnTo>
                <a:lnTo>
                  <a:pt x="75622" y="1976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1" name="Text 39"/>
          <p:cNvSpPr/>
          <p:nvPr/>
        </p:nvSpPr>
        <p:spPr>
          <a:xfrm>
            <a:off x="6548290" y="1352799"/>
            <a:ext cx="520113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Administrative Oversight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9234" y="1726710"/>
            <a:ext cx="5310368" cy="546161"/>
          </a:xfrm>
          <a:custGeom>
            <a:avLst/>
            <a:gdLst/>
            <a:ahLst/>
            <a:cxnLst/>
            <a:rect l="l" t="t" r="r" b="b"/>
            <a:pathLst>
              <a:path w="5310368" h="54616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478940"/>
                </a:lnTo>
                <a:cubicBezTo>
                  <a:pt x="5310368" y="516040"/>
                  <a:pt x="5280247" y="546161"/>
                  <a:pt x="5243146" y="546161"/>
                </a:cubicBezTo>
                <a:lnTo>
                  <a:pt x="67222" y="546161"/>
                </a:lnTo>
                <a:cubicBezTo>
                  <a:pt x="30096" y="546161"/>
                  <a:pt x="0" y="516065"/>
                  <a:pt x="0" y="478940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265" y="1831741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Non-Intrusive Logging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4265" y="2033400"/>
            <a:ext cx="515072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Writes directly to database without blocking frontend UX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9234" y="2382103"/>
            <a:ext cx="5310368" cy="546161"/>
          </a:xfrm>
          <a:custGeom>
            <a:avLst/>
            <a:gdLst/>
            <a:ahLst/>
            <a:cxnLst/>
            <a:rect l="l" t="t" r="r" b="b"/>
            <a:pathLst>
              <a:path w="5310368" h="54616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478940"/>
                </a:lnTo>
                <a:cubicBezTo>
                  <a:pt x="5310368" y="516040"/>
                  <a:pt x="5280247" y="546161"/>
                  <a:pt x="5243146" y="546161"/>
                </a:cubicBezTo>
                <a:lnTo>
                  <a:pt x="67222" y="546161"/>
                </a:lnTo>
                <a:cubicBezTo>
                  <a:pt x="30096" y="546161"/>
                  <a:pt x="0" y="516065"/>
                  <a:pt x="0" y="478940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265" y="2487134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64265" y="2688794"/>
            <a:ext cx="515072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historical record for compliance and debugging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9234" y="3037497"/>
            <a:ext cx="5310368" cy="546161"/>
          </a:xfrm>
          <a:custGeom>
            <a:avLst/>
            <a:gdLst/>
            <a:ahLst/>
            <a:cxnLst/>
            <a:rect l="l" t="t" r="r" b="b"/>
            <a:pathLst>
              <a:path w="5310368" h="546161">
                <a:moveTo>
                  <a:pt x="67222" y="0"/>
                </a:moveTo>
                <a:lnTo>
                  <a:pt x="5243146" y="0"/>
                </a:lnTo>
                <a:cubicBezTo>
                  <a:pt x="5280272" y="0"/>
                  <a:pt x="5310368" y="30096"/>
                  <a:pt x="5310368" y="67222"/>
                </a:cubicBezTo>
                <a:lnTo>
                  <a:pt x="5310368" y="478940"/>
                </a:lnTo>
                <a:cubicBezTo>
                  <a:pt x="5310368" y="516040"/>
                  <a:pt x="5280247" y="546161"/>
                  <a:pt x="5243146" y="546161"/>
                </a:cubicBezTo>
                <a:lnTo>
                  <a:pt x="67222" y="546161"/>
                </a:lnTo>
                <a:cubicBezTo>
                  <a:pt x="30096" y="546161"/>
                  <a:pt x="0" y="516065"/>
                  <a:pt x="0" y="478940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64265" y="3142528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Monitoring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64265" y="3344187"/>
            <a:ext cx="5150721" cy="1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suspicious activities and unauthorized access attempts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2782" y="3902951"/>
            <a:ext cx="5663272" cy="2453525"/>
          </a:xfrm>
          <a:custGeom>
            <a:avLst/>
            <a:gdLst/>
            <a:ahLst/>
            <a:cxnLst/>
            <a:rect l="l" t="t" r="r" b="b"/>
            <a:pathLst>
              <a:path w="5663272" h="1335994">
                <a:moveTo>
                  <a:pt x="100828" y="0"/>
                </a:moveTo>
                <a:lnTo>
                  <a:pt x="5562445" y="0"/>
                </a:lnTo>
                <a:cubicBezTo>
                  <a:pt x="5618130" y="0"/>
                  <a:pt x="5663272" y="45142"/>
                  <a:pt x="5663272" y="100828"/>
                </a:cubicBezTo>
                <a:lnTo>
                  <a:pt x="5663272" y="1235167"/>
                </a:lnTo>
                <a:cubicBezTo>
                  <a:pt x="5663272" y="1290852"/>
                  <a:pt x="5618130" y="1335994"/>
                  <a:pt x="5562445" y="1335994"/>
                </a:cubicBezTo>
                <a:lnTo>
                  <a:pt x="100828" y="1335994"/>
                </a:lnTo>
                <a:cubicBezTo>
                  <a:pt x="45142" y="1335994"/>
                  <a:pt x="0" y="1290852"/>
                  <a:pt x="0" y="1235167"/>
                </a:cubicBezTo>
                <a:lnTo>
                  <a:pt x="0" y="100828"/>
                </a:lnTo>
                <a:cubicBezTo>
                  <a:pt x="0" y="45179"/>
                  <a:pt x="45179" y="0"/>
                  <a:pt x="10082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82782" y="6420879"/>
            <a:ext cx="5663272" cy="445331"/>
          </a:xfrm>
          <a:custGeom>
            <a:avLst/>
            <a:gdLst/>
            <a:ahLst/>
            <a:cxnLst/>
            <a:rect l="l" t="t" r="r" b="b"/>
            <a:pathLst>
              <a:path w="5663272" h="445331">
                <a:moveTo>
                  <a:pt x="100832" y="0"/>
                </a:moveTo>
                <a:lnTo>
                  <a:pt x="5562440" y="0"/>
                </a:lnTo>
                <a:cubicBezTo>
                  <a:pt x="5618128" y="0"/>
                  <a:pt x="5663272" y="45144"/>
                  <a:pt x="5663272" y="100832"/>
                </a:cubicBezTo>
                <a:lnTo>
                  <a:pt x="5663272" y="344500"/>
                </a:lnTo>
                <a:cubicBezTo>
                  <a:pt x="5663272" y="400187"/>
                  <a:pt x="5618128" y="445331"/>
                  <a:pt x="5562440" y="445331"/>
                </a:cubicBezTo>
                <a:lnTo>
                  <a:pt x="100832" y="445331"/>
                </a:lnTo>
                <a:cubicBezTo>
                  <a:pt x="45144" y="445331"/>
                  <a:pt x="0" y="400187"/>
                  <a:pt x="0" y="344500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42429" y="6567923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75622" y="151245"/>
                </a:moveTo>
                <a:cubicBezTo>
                  <a:pt x="117359" y="151245"/>
                  <a:pt x="151245" y="117359"/>
                  <a:pt x="151245" y="75622"/>
                </a:cubicBezTo>
                <a:cubicBezTo>
                  <a:pt x="151245" y="33885"/>
                  <a:pt x="117359" y="0"/>
                  <a:pt x="75622" y="0"/>
                </a:cubicBezTo>
                <a:cubicBezTo>
                  <a:pt x="33885" y="0"/>
                  <a:pt x="0" y="33885"/>
                  <a:pt x="0" y="75622"/>
                </a:cubicBezTo>
                <a:cubicBezTo>
                  <a:pt x="0" y="117359"/>
                  <a:pt x="33885" y="151245"/>
                  <a:pt x="75622" y="151245"/>
                </a:cubicBezTo>
                <a:close/>
                <a:moveTo>
                  <a:pt x="66170" y="47264"/>
                </a:moveTo>
                <a:cubicBezTo>
                  <a:pt x="66170" y="42047"/>
                  <a:pt x="70405" y="37811"/>
                  <a:pt x="75622" y="37811"/>
                </a:cubicBezTo>
                <a:cubicBezTo>
                  <a:pt x="80839" y="37811"/>
                  <a:pt x="85075" y="42047"/>
                  <a:pt x="85075" y="47264"/>
                </a:cubicBezTo>
                <a:cubicBezTo>
                  <a:pt x="85075" y="52481"/>
                  <a:pt x="80839" y="56717"/>
                  <a:pt x="75622" y="56717"/>
                </a:cubicBezTo>
                <a:cubicBezTo>
                  <a:pt x="70405" y="56717"/>
                  <a:pt x="66170" y="52481"/>
                  <a:pt x="66170" y="47264"/>
                </a:cubicBezTo>
                <a:close/>
                <a:moveTo>
                  <a:pt x="63806" y="66170"/>
                </a:moveTo>
                <a:lnTo>
                  <a:pt x="77986" y="66170"/>
                </a:lnTo>
                <a:cubicBezTo>
                  <a:pt x="81914" y="66170"/>
                  <a:pt x="85075" y="69330"/>
                  <a:pt x="85075" y="73259"/>
                </a:cubicBezTo>
                <a:lnTo>
                  <a:pt x="85075" y="99254"/>
                </a:lnTo>
                <a:lnTo>
                  <a:pt x="87438" y="99254"/>
                </a:lnTo>
                <a:cubicBezTo>
                  <a:pt x="91367" y="99254"/>
                  <a:pt x="94528" y="102415"/>
                  <a:pt x="94528" y="106344"/>
                </a:cubicBezTo>
                <a:cubicBezTo>
                  <a:pt x="94528" y="110273"/>
                  <a:pt x="91367" y="113433"/>
                  <a:pt x="87438" y="113433"/>
                </a:cubicBezTo>
                <a:lnTo>
                  <a:pt x="63806" y="113433"/>
                </a:lnTo>
                <a:cubicBezTo>
                  <a:pt x="59878" y="113433"/>
                  <a:pt x="56717" y="110273"/>
                  <a:pt x="56717" y="106344"/>
                </a:cubicBezTo>
                <a:cubicBezTo>
                  <a:pt x="56717" y="102415"/>
                  <a:pt x="59878" y="99254"/>
                  <a:pt x="63806" y="99254"/>
                </a:cubicBezTo>
                <a:lnTo>
                  <a:pt x="70896" y="99254"/>
                </a:lnTo>
                <a:lnTo>
                  <a:pt x="70896" y="80349"/>
                </a:lnTo>
                <a:lnTo>
                  <a:pt x="63806" y="80349"/>
                </a:lnTo>
                <a:cubicBezTo>
                  <a:pt x="59878" y="80349"/>
                  <a:pt x="56717" y="77188"/>
                  <a:pt x="56717" y="73259"/>
                </a:cubicBezTo>
                <a:cubicBezTo>
                  <a:pt x="56717" y="69330"/>
                  <a:pt x="59878" y="66170"/>
                  <a:pt x="63806" y="6617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9" name="Text 57"/>
          <p:cNvSpPr/>
          <p:nvPr/>
        </p:nvSpPr>
        <p:spPr>
          <a:xfrm>
            <a:off x="6611308" y="6559520"/>
            <a:ext cx="511711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r>
              <a:rPr lang="en-US" sz="926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Event logging operates asynchronously to ensure zero impact on user-facing response times</a:t>
            </a:r>
            <a:endParaRPr lang="en-US" sz="16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112CFD3-BE11-083C-FA6C-A8AB1ACD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48"/>
          <a:stretch>
            <a:fillRect/>
          </a:stretch>
        </p:blipFill>
        <p:spPr>
          <a:xfrm>
            <a:off x="6301861" y="3983334"/>
            <a:ext cx="5426558" cy="199867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Logic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jQuery Events and Event Delegation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772275" cy="3438525"/>
          </a:xfrm>
          <a:custGeom>
            <a:avLst/>
            <a:gdLst/>
            <a:ahLst/>
            <a:cxnLst/>
            <a:rect l="l" t="t" r="r" b="b"/>
            <a:pathLst>
              <a:path w="6772275" h="3438525">
                <a:moveTo>
                  <a:pt x="114297" y="0"/>
                </a:moveTo>
                <a:lnTo>
                  <a:pt x="6657978" y="0"/>
                </a:lnTo>
                <a:cubicBezTo>
                  <a:pt x="6721103" y="0"/>
                  <a:pt x="6772275" y="51172"/>
                  <a:pt x="6772275" y="114297"/>
                </a:cubicBezTo>
                <a:lnTo>
                  <a:pt x="6772275" y="3324228"/>
                </a:lnTo>
                <a:cubicBezTo>
                  <a:pt x="6772275" y="3387353"/>
                  <a:pt x="6721103" y="3438525"/>
                  <a:pt x="6657978" y="3438525"/>
                </a:cubicBezTo>
                <a:lnTo>
                  <a:pt x="114297" y="3438525"/>
                </a:lnTo>
                <a:cubicBezTo>
                  <a:pt x="51172" y="3438525"/>
                  <a:pt x="0" y="3387353"/>
                  <a:pt x="0" y="33242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5382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897" y="16383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5885" y="837"/>
                </a:moveTo>
                <a:cubicBezTo>
                  <a:pt x="28597" y="-536"/>
                  <a:pt x="31879" y="-234"/>
                  <a:pt x="34290" y="1607"/>
                </a:cubicBezTo>
                <a:lnTo>
                  <a:pt x="141446" y="81941"/>
                </a:lnTo>
                <a:cubicBezTo>
                  <a:pt x="144226" y="84017"/>
                  <a:pt x="145331" y="87634"/>
                  <a:pt x="144259" y="90915"/>
                </a:cubicBezTo>
                <a:cubicBezTo>
                  <a:pt x="143188" y="94197"/>
                  <a:pt x="140107" y="96407"/>
                  <a:pt x="136624" y="96407"/>
                </a:cubicBezTo>
                <a:lnTo>
                  <a:pt x="85625" y="96407"/>
                </a:lnTo>
                <a:lnTo>
                  <a:pt x="115394" y="155912"/>
                </a:lnTo>
                <a:cubicBezTo>
                  <a:pt x="118039" y="161203"/>
                  <a:pt x="115896" y="167633"/>
                  <a:pt x="110605" y="170278"/>
                </a:cubicBezTo>
                <a:cubicBezTo>
                  <a:pt x="105315" y="172923"/>
                  <a:pt x="98885" y="170780"/>
                  <a:pt x="96240" y="165489"/>
                </a:cubicBezTo>
                <a:lnTo>
                  <a:pt x="66470" y="105984"/>
                </a:lnTo>
                <a:lnTo>
                  <a:pt x="35897" y="146771"/>
                </a:lnTo>
                <a:cubicBezTo>
                  <a:pt x="33821" y="149550"/>
                  <a:pt x="30205" y="150655"/>
                  <a:pt x="26923" y="149583"/>
                </a:cubicBezTo>
                <a:cubicBezTo>
                  <a:pt x="23641" y="148512"/>
                  <a:pt x="21431" y="145431"/>
                  <a:pt x="21431" y="141982"/>
                </a:cubicBezTo>
                <a:lnTo>
                  <a:pt x="21431" y="8037"/>
                </a:lnTo>
                <a:cubicBezTo>
                  <a:pt x="21431" y="4989"/>
                  <a:pt x="23139" y="2210"/>
                  <a:pt x="25885" y="83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590675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Delegation Pattern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071688"/>
            <a:ext cx="6372225" cy="1038225"/>
          </a:xfrm>
          <a:custGeom>
            <a:avLst/>
            <a:gdLst/>
            <a:ahLst/>
            <a:cxnLst/>
            <a:rect l="l" t="t" r="r" b="b"/>
            <a:pathLst>
              <a:path w="6372225" h="1038225">
                <a:moveTo>
                  <a:pt x="76195" y="0"/>
                </a:moveTo>
                <a:lnTo>
                  <a:pt x="6296030" y="0"/>
                </a:lnTo>
                <a:cubicBezTo>
                  <a:pt x="6338111" y="0"/>
                  <a:pt x="6372225" y="34114"/>
                  <a:pt x="6372225" y="76195"/>
                </a:cubicBezTo>
                <a:lnTo>
                  <a:pt x="6372225" y="962030"/>
                </a:lnTo>
                <a:cubicBezTo>
                  <a:pt x="6372225" y="1004111"/>
                  <a:pt x="6338111" y="1038225"/>
                  <a:pt x="629603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228850"/>
            <a:ext cx="611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950" y="2457450"/>
            <a:ext cx="6057900" cy="495300"/>
          </a:xfrm>
          <a:custGeom>
            <a:avLst/>
            <a:gdLst/>
            <a:ahLst/>
            <a:cxnLst/>
            <a:rect l="l" t="t" r="r" b="b"/>
            <a:pathLst>
              <a:path w="6057900" h="495300">
                <a:moveTo>
                  <a:pt x="76202" y="0"/>
                </a:moveTo>
                <a:lnTo>
                  <a:pt x="5981698" y="0"/>
                </a:lnTo>
                <a:cubicBezTo>
                  <a:pt x="6023783" y="0"/>
                  <a:pt x="6057900" y="34117"/>
                  <a:pt x="6057900" y="76202"/>
                </a:cubicBezTo>
                <a:lnTo>
                  <a:pt x="6057900" y="419098"/>
                </a:lnTo>
                <a:cubicBezTo>
                  <a:pt x="6057900" y="461183"/>
                  <a:pt x="6023783" y="495300"/>
                  <a:pt x="5981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95350" y="2609850"/>
            <a:ext cx="581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$(document).on('click', '.place-bid-btn')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267075"/>
            <a:ext cx="6448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pattern binds event listeners to the </a:t>
            </a: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root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ensuring dynamically rendered buttons remain functional without re-initialization.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871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5" name="Text 13"/>
          <p:cNvSpPr/>
          <p:nvPr/>
        </p:nvSpPr>
        <p:spPr>
          <a:xfrm>
            <a:off x="885825" y="3852863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Keeps dynamically rendered buttons bound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41386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885825" y="4119562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need for re-initialization after DOM updates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0075" y="44053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885825" y="4386263"/>
            <a:ext cx="3495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interactive controls work after AJAX content loads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933950"/>
            <a:ext cx="6772275" cy="1866900"/>
          </a:xfrm>
          <a:custGeom>
            <a:avLst/>
            <a:gdLst/>
            <a:ahLst/>
            <a:cxnLst/>
            <a:rect l="l" t="t" r="r" b="b"/>
            <a:pathLst>
              <a:path w="6772275" h="1866900">
                <a:moveTo>
                  <a:pt x="114292" y="0"/>
                </a:moveTo>
                <a:lnTo>
                  <a:pt x="6657983" y="0"/>
                </a:lnTo>
                <a:cubicBezTo>
                  <a:pt x="6721105" y="0"/>
                  <a:pt x="6772275" y="51170"/>
                  <a:pt x="6772275" y="114292"/>
                </a:cubicBezTo>
                <a:lnTo>
                  <a:pt x="6772275" y="1752608"/>
                </a:lnTo>
                <a:cubicBezTo>
                  <a:pt x="6772275" y="1815730"/>
                  <a:pt x="6721105" y="1866900"/>
                  <a:pt x="6657983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269" y="517683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5129213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Locations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788" y="5514975"/>
            <a:ext cx="6372225" cy="485775"/>
          </a:xfrm>
          <a:custGeom>
            <a:avLst/>
            <a:gdLst/>
            <a:ahLst/>
            <a:cxnLst/>
            <a:rect l="l" t="t" r="r" b="b"/>
            <a:pathLst>
              <a:path w="6372225" h="48577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409576"/>
                </a:lnTo>
                <a:cubicBezTo>
                  <a:pt x="6372225" y="451660"/>
                  <a:pt x="6338110" y="485775"/>
                  <a:pt x="6296026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850" y="5634038"/>
            <a:ext cx="1095375" cy="247650"/>
          </a:xfrm>
          <a:custGeom>
            <a:avLst/>
            <a:gdLst/>
            <a:ahLst/>
            <a:cxnLst/>
            <a:rect l="l" t="t" r="r" b="b"/>
            <a:pathLst>
              <a:path w="1095375" h="247650">
                <a:moveTo>
                  <a:pt x="38101" y="0"/>
                </a:moveTo>
                <a:lnTo>
                  <a:pt x="1057274" y="0"/>
                </a:lnTo>
                <a:cubicBezTo>
                  <a:pt x="1078317" y="0"/>
                  <a:pt x="1095375" y="17058"/>
                  <a:pt x="1095375" y="38101"/>
                </a:cubicBezTo>
                <a:lnTo>
                  <a:pt x="1095375" y="209549"/>
                </a:lnTo>
                <a:cubicBezTo>
                  <a:pt x="1095375" y="230592"/>
                  <a:pt x="1078317" y="247650"/>
                  <a:pt x="1057274" y="247650"/>
                </a:cubicBezTo>
                <a:lnTo>
                  <a:pt x="38101" y="247650"/>
                </a:lnTo>
                <a:cubicBezTo>
                  <a:pt x="17058" y="247650"/>
                  <a:pt x="0" y="230592"/>
                  <a:pt x="0" y="209549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C9A86A">
              <a:alpha val="14902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4850" y="5634038"/>
            <a:ext cx="1163955" cy="24765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assets/js/app.js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12218" y="5660678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event delegation implementation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5788" y="6120705"/>
            <a:ext cx="6372225" cy="485775"/>
          </a:xfrm>
          <a:custGeom>
            <a:avLst/>
            <a:gdLst/>
            <a:ahLst/>
            <a:cxnLst/>
            <a:rect l="l" t="t" r="r" b="b"/>
            <a:pathLst>
              <a:path w="6372225" h="48577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409576"/>
                </a:lnTo>
                <a:cubicBezTo>
                  <a:pt x="6372225" y="451660"/>
                  <a:pt x="6338110" y="485775"/>
                  <a:pt x="6296026" y="485775"/>
                </a:cubicBezTo>
                <a:lnTo>
                  <a:pt x="76199" y="485775"/>
                </a:lnTo>
                <a:cubicBezTo>
                  <a:pt x="34115" y="485775"/>
                  <a:pt x="0" y="451660"/>
                  <a:pt x="0" y="4095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850" y="6239768"/>
            <a:ext cx="838200" cy="247650"/>
          </a:xfrm>
          <a:custGeom>
            <a:avLst/>
            <a:gdLst/>
            <a:ahLst/>
            <a:cxnLst/>
            <a:rect l="l" t="t" r="r" b="b"/>
            <a:pathLst>
              <a:path w="838200" h="247650">
                <a:moveTo>
                  <a:pt x="38101" y="0"/>
                </a:moveTo>
                <a:lnTo>
                  <a:pt x="800099" y="0"/>
                </a:lnTo>
                <a:cubicBezTo>
                  <a:pt x="821142" y="0"/>
                  <a:pt x="838200" y="17058"/>
                  <a:pt x="838200" y="38101"/>
                </a:cubicBezTo>
                <a:lnTo>
                  <a:pt x="838200" y="209549"/>
                </a:lnTo>
                <a:cubicBezTo>
                  <a:pt x="838200" y="230592"/>
                  <a:pt x="821142" y="247650"/>
                  <a:pt x="800099" y="247650"/>
                </a:cubicBezTo>
                <a:lnTo>
                  <a:pt x="38101" y="247650"/>
                </a:lnTo>
                <a:cubicBezTo>
                  <a:pt x="17058" y="247650"/>
                  <a:pt x="0" y="230592"/>
                  <a:pt x="0" y="209549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C9A86A">
              <a:alpha val="14902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04850" y="6239768"/>
            <a:ext cx="906780" cy="24765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header.php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54522" y="6266408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mousedown ripple mechanics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58063" y="1338263"/>
            <a:ext cx="4448175" cy="2924175"/>
          </a:xfrm>
          <a:custGeom>
            <a:avLst/>
            <a:gdLst/>
            <a:ahLst/>
            <a:cxnLst/>
            <a:rect l="l" t="t" r="r" b="b"/>
            <a:pathLst>
              <a:path w="4448175" h="2924175">
                <a:moveTo>
                  <a:pt x="114306" y="0"/>
                </a:moveTo>
                <a:lnTo>
                  <a:pt x="4333869" y="0"/>
                </a:lnTo>
                <a:cubicBezTo>
                  <a:pt x="4396998" y="0"/>
                  <a:pt x="4448175" y="51177"/>
                  <a:pt x="4448175" y="114306"/>
                </a:cubicBezTo>
                <a:lnTo>
                  <a:pt x="4448175" y="2809869"/>
                </a:lnTo>
                <a:cubicBezTo>
                  <a:pt x="4448175" y="2872998"/>
                  <a:pt x="4396998" y="2924175"/>
                  <a:pt x="4333869" y="2924175"/>
                </a:cubicBezTo>
                <a:lnTo>
                  <a:pt x="114306" y="2924175"/>
                </a:lnTo>
                <a:cubicBezTo>
                  <a:pt x="51177" y="2924175"/>
                  <a:pt x="0" y="2872998"/>
                  <a:pt x="0" y="280986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7853" y="1581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533525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Event Delegation?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58088" y="195738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77150" y="20764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77150" y="23050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listener handles all matching elements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58088" y="270033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77150" y="281940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Content Support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77150" y="30480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elements automatically inherit behavior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58088" y="344328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77150" y="35623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77150" y="3790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DOM manipulation overhead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58063" y="4453809"/>
            <a:ext cx="4448175" cy="695325"/>
          </a:xfrm>
          <a:custGeom>
            <a:avLst/>
            <a:gdLst/>
            <a:ahLst/>
            <a:cxnLst/>
            <a:rect l="l" t="t" r="r" b="b"/>
            <a:pathLst>
              <a:path w="4448175" h="695325">
                <a:moveTo>
                  <a:pt x="114298" y="0"/>
                </a:moveTo>
                <a:lnTo>
                  <a:pt x="4333877" y="0"/>
                </a:lnTo>
                <a:cubicBezTo>
                  <a:pt x="4397002" y="0"/>
                  <a:pt x="4448175" y="51173"/>
                  <a:pt x="4448175" y="114298"/>
                </a:cubicBezTo>
                <a:lnTo>
                  <a:pt x="4448175" y="581027"/>
                </a:lnTo>
                <a:cubicBezTo>
                  <a:pt x="4448175" y="644152"/>
                  <a:pt x="4397002" y="695325"/>
                  <a:pt x="43338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50944" y="463954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1" name="Text 49"/>
          <p:cNvSpPr/>
          <p:nvPr/>
        </p:nvSpPr>
        <p:spPr>
          <a:xfrm>
            <a:off x="7743825" y="4610971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Practice: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Event delegation is the recommended pattern for applications with dynamic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Animation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jQuery Effects and UI Animation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2638425"/>
          </a:xfrm>
          <a:custGeom>
            <a:avLst/>
            <a:gdLst/>
            <a:ahLst/>
            <a:cxnLst/>
            <a:rect l="l" t="t" r="r" b="b"/>
            <a:pathLst>
              <a:path w="5610225" h="2638425">
                <a:moveTo>
                  <a:pt x="114297" y="0"/>
                </a:moveTo>
                <a:lnTo>
                  <a:pt x="5495928" y="0"/>
                </a:lnTo>
                <a:cubicBezTo>
                  <a:pt x="5559053" y="0"/>
                  <a:pt x="5610225" y="51172"/>
                  <a:pt x="5610225" y="114297"/>
                </a:cubicBezTo>
                <a:lnTo>
                  <a:pt x="5610225" y="2524128"/>
                </a:lnTo>
                <a:cubicBezTo>
                  <a:pt x="5610225" y="2587253"/>
                  <a:pt x="5559053" y="2638425"/>
                  <a:pt x="5495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5382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8181" y="1638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59067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Effects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071688"/>
            <a:ext cx="5210175" cy="809625"/>
          </a:xfrm>
          <a:custGeom>
            <a:avLst/>
            <a:gdLst/>
            <a:ahLst/>
            <a:cxnLst/>
            <a:rect l="l" t="t" r="r" b="b"/>
            <a:pathLst>
              <a:path w="5210175" h="809625">
                <a:moveTo>
                  <a:pt x="76202" y="0"/>
                </a:moveTo>
                <a:lnTo>
                  <a:pt x="5133973" y="0"/>
                </a:lnTo>
                <a:cubicBezTo>
                  <a:pt x="5176058" y="0"/>
                  <a:pt x="5210175" y="34117"/>
                  <a:pt x="5210175" y="76202"/>
                </a:cubicBezTo>
                <a:lnTo>
                  <a:pt x="5210175" y="733423"/>
                </a:lnTo>
                <a:cubicBezTo>
                  <a:pt x="5210175" y="775508"/>
                  <a:pt x="5176058" y="809625"/>
                  <a:pt x="51339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228850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fadeIn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1559" y="224790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4830" y="222885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fadeOut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2950" y="25336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opacity transitions in </a:t>
            </a: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submitBid</a:t>
            </a: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function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5788" y="300513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76204" y="0"/>
                </a:moveTo>
                <a:lnTo>
                  <a:pt x="5133971" y="0"/>
                </a:lnTo>
                <a:cubicBezTo>
                  <a:pt x="5176058" y="0"/>
                  <a:pt x="5210175" y="34117"/>
                  <a:pt x="5210175" y="76204"/>
                </a:cubicBezTo>
                <a:lnTo>
                  <a:pt x="5210175" y="695321"/>
                </a:lnTo>
                <a:cubicBezTo>
                  <a:pt x="5210175" y="737408"/>
                  <a:pt x="5176058" y="771525"/>
                  <a:pt x="51339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31623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Queue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2950" y="34290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Sequential effect execution ensures visual coherence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138613"/>
            <a:ext cx="5610225" cy="1762125"/>
          </a:xfrm>
          <a:custGeom>
            <a:avLst/>
            <a:gdLst/>
            <a:ahLst/>
            <a:cxnLst/>
            <a:rect l="l" t="t" r="r" b="b"/>
            <a:pathLst>
              <a:path w="5610225" h="1762125">
                <a:moveTo>
                  <a:pt x="114291" y="0"/>
                </a:moveTo>
                <a:lnTo>
                  <a:pt x="5495934" y="0"/>
                </a:lnTo>
                <a:cubicBezTo>
                  <a:pt x="5559055" y="0"/>
                  <a:pt x="5610225" y="51170"/>
                  <a:pt x="5610225" y="114291"/>
                </a:cubicBezTo>
                <a:lnTo>
                  <a:pt x="5610225" y="1647834"/>
                </a:lnTo>
                <a:cubicBezTo>
                  <a:pt x="5610225" y="1710955"/>
                  <a:pt x="5559055" y="1762125"/>
                  <a:pt x="5495934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838" y="4381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4333875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Feedback Benefits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4752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1" name="Text 19"/>
          <p:cNvSpPr/>
          <p:nvPr/>
        </p:nvSpPr>
        <p:spPr>
          <a:xfrm>
            <a:off x="885825" y="471487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Hides old bid price gracefully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0075" y="5019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885825" y="4981575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Slides in newly calculated winning bid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0075" y="5286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5" name="Text 23"/>
          <p:cNvSpPr/>
          <p:nvPr/>
        </p:nvSpPr>
        <p:spPr>
          <a:xfrm>
            <a:off x="885825" y="5248275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perceived responsiveness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0075" y="5553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885825" y="5514975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cognitive load during transactions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1338263"/>
            <a:ext cx="5610225" cy="3343275"/>
          </a:xfrm>
          <a:custGeom>
            <a:avLst/>
            <a:gdLst/>
            <a:ahLst/>
            <a:cxnLst/>
            <a:rect l="l" t="t" r="r" b="b"/>
            <a:pathLst>
              <a:path w="5610225" h="334327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3228968"/>
                </a:lnTo>
                <a:cubicBezTo>
                  <a:pt x="5610225" y="3292056"/>
                  <a:pt x="5559006" y="3343275"/>
                  <a:pt x="5495918" y="3343275"/>
                </a:cubicBezTo>
                <a:lnTo>
                  <a:pt x="114307" y="3343275"/>
                </a:lnTo>
                <a:cubicBezTo>
                  <a:pt x="51219" y="3343275"/>
                  <a:pt x="0" y="3292056"/>
                  <a:pt x="0" y="3228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5088" y="1581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50430"/>
                </a:moveTo>
                <a:lnTo>
                  <a:pt x="136155" y="82577"/>
                </a:lnTo>
                <a:cubicBezTo>
                  <a:pt x="133075" y="85658"/>
                  <a:pt x="128487" y="86562"/>
                  <a:pt x="124469" y="84888"/>
                </a:cubicBezTo>
                <a:cubicBezTo>
                  <a:pt x="120450" y="83214"/>
                  <a:pt x="117872" y="79329"/>
                  <a:pt x="117872" y="75009"/>
                </a:cubicBezTo>
                <a:lnTo>
                  <a:pt x="117872" y="53578"/>
                </a:ln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117872" y="32147"/>
                </a:lnTo>
                <a:lnTo>
                  <a:pt x="117872" y="10716"/>
                </a:lnTo>
                <a:cubicBezTo>
                  <a:pt x="117872" y="6396"/>
                  <a:pt x="120484" y="2478"/>
                  <a:pt x="124502" y="804"/>
                </a:cubicBezTo>
                <a:cubicBezTo>
                  <a:pt x="128521" y="-871"/>
                  <a:pt x="133108" y="67"/>
                  <a:pt x="136189" y="3114"/>
                </a:cubicBezTo>
                <a:lnTo>
                  <a:pt x="168336" y="35261"/>
                </a:lnTo>
                <a:cubicBezTo>
                  <a:pt x="172522" y="39447"/>
                  <a:pt x="172522" y="46245"/>
                  <a:pt x="168336" y="50430"/>
                </a:cubicBezTo>
                <a:close/>
                <a:moveTo>
                  <a:pt x="35261" y="168302"/>
                </a:moveTo>
                <a:lnTo>
                  <a:pt x="3114" y="136155"/>
                </a:lnTo>
                <a:cubicBezTo>
                  <a:pt x="-1072" y="131970"/>
                  <a:pt x="-1072" y="125172"/>
                  <a:pt x="3114" y="120986"/>
                </a:cubicBezTo>
                <a:lnTo>
                  <a:pt x="35261" y="88839"/>
                </a:lnTo>
                <a:cubicBezTo>
                  <a:pt x="38342" y="85758"/>
                  <a:pt x="42929" y="84854"/>
                  <a:pt x="46948" y="86529"/>
                </a:cubicBezTo>
                <a:cubicBezTo>
                  <a:pt x="50966" y="88203"/>
                  <a:pt x="53578" y="92121"/>
                  <a:pt x="53578" y="96441"/>
                </a:cubicBezTo>
                <a:lnTo>
                  <a:pt x="53578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cubicBezTo>
                  <a:pt x="171450" y="134515"/>
                  <a:pt x="166661" y="139303"/>
                  <a:pt x="160734" y="139303"/>
                </a:cubicBezTo>
                <a:lnTo>
                  <a:pt x="53578" y="139303"/>
                </a:lnTo>
                <a:lnTo>
                  <a:pt x="53578" y="160734"/>
                </a:lnTo>
                <a:cubicBezTo>
                  <a:pt x="53578" y="165054"/>
                  <a:pt x="50966" y="168972"/>
                  <a:pt x="46948" y="170646"/>
                </a:cubicBezTo>
                <a:cubicBezTo>
                  <a:pt x="42929" y="172321"/>
                  <a:pt x="38342" y="171383"/>
                  <a:pt x="35261" y="16833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0" name="Text 28"/>
          <p:cNvSpPr/>
          <p:nvPr/>
        </p:nvSpPr>
        <p:spPr>
          <a:xfrm>
            <a:off x="6610350" y="1533525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 Transition Sequence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2024062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9365" y="21336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05638" y="1957388"/>
            <a:ext cx="4600575" cy="581025"/>
          </a:xfrm>
          <a:custGeom>
            <a:avLst/>
            <a:gdLst/>
            <a:ahLst/>
            <a:cxnLst/>
            <a:rect l="l" t="t" r="r" b="b"/>
            <a:pathLst>
              <a:path w="4600575" h="581025">
                <a:moveTo>
                  <a:pt x="76201" y="0"/>
                </a:moveTo>
                <a:lnTo>
                  <a:pt x="4524374" y="0"/>
                </a:lnTo>
                <a:cubicBezTo>
                  <a:pt x="4566430" y="0"/>
                  <a:pt x="4600575" y="34145"/>
                  <a:pt x="4600575" y="76201"/>
                </a:cubicBezTo>
                <a:lnTo>
                  <a:pt x="4600575" y="504824"/>
                </a:lnTo>
                <a:cubicBezTo>
                  <a:pt x="4600575" y="546880"/>
                  <a:pt x="4566430" y="581025"/>
                  <a:pt x="45243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4700" y="20764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Price Display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24700" y="2266950"/>
            <a:ext cx="441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Visible bid amount shown to user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943975" y="26574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96038" y="299561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5599" y="310515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05638" y="2928938"/>
            <a:ext cx="4600575" cy="581025"/>
          </a:xfrm>
          <a:custGeom>
            <a:avLst/>
            <a:gdLst/>
            <a:ahLst/>
            <a:cxnLst/>
            <a:rect l="l" t="t" r="r" b="b"/>
            <a:pathLst>
              <a:path w="4600575" h="581025">
                <a:moveTo>
                  <a:pt x="76201" y="0"/>
                </a:moveTo>
                <a:lnTo>
                  <a:pt x="4524374" y="0"/>
                </a:lnTo>
                <a:cubicBezTo>
                  <a:pt x="4566430" y="0"/>
                  <a:pt x="4600575" y="34145"/>
                  <a:pt x="4600575" y="76201"/>
                </a:cubicBezTo>
                <a:lnTo>
                  <a:pt x="4600575" y="504824"/>
                </a:lnTo>
                <a:cubicBezTo>
                  <a:pt x="4600575" y="546880"/>
                  <a:pt x="4566430" y="581025"/>
                  <a:pt x="45243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4700" y="304800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fadeOut Effect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4700" y="3238500"/>
            <a:ext cx="441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 price gracefully disappears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43975" y="36290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96038" y="39671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12700">
            <a:solidFill>
              <a:srgbClr val="C9A86A">
                <a:alpha val="5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854" y="40767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05638" y="3900488"/>
            <a:ext cx="4600575" cy="581025"/>
          </a:xfrm>
          <a:custGeom>
            <a:avLst/>
            <a:gdLst/>
            <a:ahLst/>
            <a:cxnLst/>
            <a:rect l="l" t="t" r="r" b="b"/>
            <a:pathLst>
              <a:path w="4600575" h="581025">
                <a:moveTo>
                  <a:pt x="76201" y="0"/>
                </a:moveTo>
                <a:lnTo>
                  <a:pt x="4524374" y="0"/>
                </a:lnTo>
                <a:cubicBezTo>
                  <a:pt x="4566430" y="0"/>
                  <a:pt x="4600575" y="34145"/>
                  <a:pt x="4600575" y="76201"/>
                </a:cubicBezTo>
                <a:lnTo>
                  <a:pt x="4600575" y="504824"/>
                </a:lnTo>
                <a:cubicBezTo>
                  <a:pt x="4600575" y="546880"/>
                  <a:pt x="4566430" y="581025"/>
                  <a:pt x="45243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24700" y="401955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fadeIn New Price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24700" y="4210050"/>
            <a:ext cx="441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Updated winning bid appears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358062"/>
            <a:ext cx="71612" cy="286449"/>
          </a:xfrm>
          <a:custGeom>
            <a:avLst/>
            <a:gdLst/>
            <a:ahLst/>
            <a:cxnLst/>
            <a:rect l="l" t="t" r="r" b="b"/>
            <a:pathLst>
              <a:path w="71612" h="286449">
                <a:moveTo>
                  <a:pt x="35806" y="0"/>
                </a:moveTo>
                <a:lnTo>
                  <a:pt x="35806" y="0"/>
                </a:lnTo>
                <a:cubicBezTo>
                  <a:pt x="55581" y="0"/>
                  <a:pt x="71612" y="16031"/>
                  <a:pt x="71612" y="35806"/>
                </a:cubicBezTo>
                <a:lnTo>
                  <a:pt x="71612" y="250643"/>
                </a:lnTo>
                <a:cubicBezTo>
                  <a:pt x="71612" y="270418"/>
                  <a:pt x="55581" y="286449"/>
                  <a:pt x="35806" y="286449"/>
                </a:cubicBezTo>
                <a:lnTo>
                  <a:pt x="35806" y="286449"/>
                </a:lnTo>
                <a:cubicBezTo>
                  <a:pt x="16031" y="286449"/>
                  <a:pt x="0" y="270418"/>
                  <a:pt x="0" y="25064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37093" y="411771"/>
            <a:ext cx="1324828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kern="0" spc="99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8062" y="716123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 Manipulation in the Bid 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2537" y="1257692"/>
            <a:ext cx="6991154" cy="2649656"/>
          </a:xfrm>
          <a:custGeom>
            <a:avLst/>
            <a:gdLst/>
            <a:ahLst/>
            <a:cxnLst/>
            <a:rect l="l" t="t" r="r" b="b"/>
            <a:pathLst>
              <a:path w="6991154" h="2649656">
                <a:moveTo>
                  <a:pt x="107417" y="0"/>
                </a:moveTo>
                <a:lnTo>
                  <a:pt x="6883737" y="0"/>
                </a:lnTo>
                <a:cubicBezTo>
                  <a:pt x="6943062" y="0"/>
                  <a:pt x="6991154" y="48092"/>
                  <a:pt x="6991154" y="107417"/>
                </a:cubicBezTo>
                <a:lnTo>
                  <a:pt x="6991154" y="2542239"/>
                </a:lnTo>
                <a:cubicBezTo>
                  <a:pt x="6991154" y="2601564"/>
                  <a:pt x="6943062" y="2649656"/>
                  <a:pt x="6883737" y="2649656"/>
                </a:cubicBezTo>
                <a:lnTo>
                  <a:pt x="107417" y="2649656"/>
                </a:lnTo>
                <a:cubicBezTo>
                  <a:pt x="48092" y="2649656"/>
                  <a:pt x="0" y="2601564"/>
                  <a:pt x="0" y="2542239"/>
                </a:cubicBezTo>
                <a:lnTo>
                  <a:pt x="0" y="107417"/>
                </a:lnTo>
                <a:cubicBezTo>
                  <a:pt x="0" y="48132"/>
                  <a:pt x="48132" y="0"/>
                  <a:pt x="10741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520" y="1445674"/>
            <a:ext cx="349110" cy="349110"/>
          </a:xfrm>
          <a:custGeom>
            <a:avLst/>
            <a:gdLst/>
            <a:ahLst/>
            <a:cxnLst/>
            <a:rect l="l" t="t" r="r" b="b"/>
            <a:pathLst>
              <a:path w="349110" h="349110">
                <a:moveTo>
                  <a:pt x="71613" y="0"/>
                </a:moveTo>
                <a:lnTo>
                  <a:pt x="277497" y="0"/>
                </a:lnTo>
                <a:cubicBezTo>
                  <a:pt x="317021" y="0"/>
                  <a:pt x="349110" y="32089"/>
                  <a:pt x="349110" y="71613"/>
                </a:cubicBezTo>
                <a:lnTo>
                  <a:pt x="349110" y="277497"/>
                </a:lnTo>
                <a:cubicBezTo>
                  <a:pt x="349110" y="317048"/>
                  <a:pt x="317048" y="349110"/>
                  <a:pt x="277497" y="349110"/>
                </a:cubicBezTo>
                <a:lnTo>
                  <a:pt x="71613" y="349110"/>
                </a:lnTo>
                <a:cubicBezTo>
                  <a:pt x="32089" y="349110"/>
                  <a:pt x="0" y="317021"/>
                  <a:pt x="0" y="277497"/>
                </a:cubicBezTo>
                <a:lnTo>
                  <a:pt x="0" y="71613"/>
                </a:lnTo>
                <a:cubicBezTo>
                  <a:pt x="0" y="32062"/>
                  <a:pt x="32062" y="0"/>
                  <a:pt x="71613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6678" y="1539665"/>
            <a:ext cx="181269" cy="161128"/>
          </a:xfrm>
          <a:custGeom>
            <a:avLst/>
            <a:gdLst/>
            <a:ahLst/>
            <a:cxnLst/>
            <a:rect l="l" t="t" r="r" b="b"/>
            <a:pathLst>
              <a:path w="181269" h="161128">
                <a:moveTo>
                  <a:pt x="113545" y="378"/>
                </a:moveTo>
                <a:cubicBezTo>
                  <a:pt x="108195" y="-1164"/>
                  <a:pt x="102625" y="1951"/>
                  <a:pt x="101082" y="7301"/>
                </a:cubicBezTo>
                <a:lnTo>
                  <a:pt x="60801" y="148288"/>
                </a:lnTo>
                <a:cubicBezTo>
                  <a:pt x="59259" y="153638"/>
                  <a:pt x="62374" y="159208"/>
                  <a:pt x="67724" y="160750"/>
                </a:cubicBezTo>
                <a:cubicBezTo>
                  <a:pt x="73074" y="162292"/>
                  <a:pt x="78644" y="159177"/>
                  <a:pt x="80186" y="153827"/>
                </a:cubicBezTo>
                <a:lnTo>
                  <a:pt x="120468" y="12840"/>
                </a:lnTo>
                <a:cubicBezTo>
                  <a:pt x="122010" y="7490"/>
                  <a:pt x="118895" y="1920"/>
                  <a:pt x="113545" y="378"/>
                </a:cubicBezTo>
                <a:close/>
                <a:moveTo>
                  <a:pt x="133875" y="43209"/>
                </a:moveTo>
                <a:cubicBezTo>
                  <a:pt x="129941" y="47142"/>
                  <a:pt x="129941" y="53531"/>
                  <a:pt x="133875" y="57465"/>
                </a:cubicBezTo>
                <a:lnTo>
                  <a:pt x="156974" y="80564"/>
                </a:lnTo>
                <a:lnTo>
                  <a:pt x="133875" y="103663"/>
                </a:lnTo>
                <a:cubicBezTo>
                  <a:pt x="129941" y="107597"/>
                  <a:pt x="129941" y="113985"/>
                  <a:pt x="133875" y="117919"/>
                </a:cubicBezTo>
                <a:cubicBezTo>
                  <a:pt x="137808" y="121853"/>
                  <a:pt x="144197" y="121853"/>
                  <a:pt x="148131" y="117919"/>
                </a:cubicBezTo>
                <a:lnTo>
                  <a:pt x="178342" y="87708"/>
                </a:lnTo>
                <a:cubicBezTo>
                  <a:pt x="182276" y="83774"/>
                  <a:pt x="182276" y="77385"/>
                  <a:pt x="178342" y="73452"/>
                </a:cubicBezTo>
                <a:lnTo>
                  <a:pt x="148131" y="43240"/>
                </a:lnTo>
                <a:cubicBezTo>
                  <a:pt x="144197" y="39306"/>
                  <a:pt x="137808" y="39306"/>
                  <a:pt x="133875" y="43240"/>
                </a:cubicBezTo>
                <a:close/>
                <a:moveTo>
                  <a:pt x="47426" y="43209"/>
                </a:moveTo>
                <a:cubicBezTo>
                  <a:pt x="43492" y="39275"/>
                  <a:pt x="37103" y="39275"/>
                  <a:pt x="33170" y="43209"/>
                </a:cubicBezTo>
                <a:lnTo>
                  <a:pt x="2958" y="73420"/>
                </a:lnTo>
                <a:cubicBezTo>
                  <a:pt x="-976" y="77354"/>
                  <a:pt x="-976" y="83742"/>
                  <a:pt x="2958" y="87676"/>
                </a:cubicBezTo>
                <a:lnTo>
                  <a:pt x="33170" y="117888"/>
                </a:lnTo>
                <a:cubicBezTo>
                  <a:pt x="37103" y="121821"/>
                  <a:pt x="43492" y="121821"/>
                  <a:pt x="47426" y="117888"/>
                </a:cubicBezTo>
                <a:cubicBezTo>
                  <a:pt x="51359" y="113954"/>
                  <a:pt x="51359" y="107565"/>
                  <a:pt x="47426" y="103632"/>
                </a:cubicBezTo>
                <a:lnTo>
                  <a:pt x="24327" y="80564"/>
                </a:lnTo>
                <a:lnTo>
                  <a:pt x="47394" y="57465"/>
                </a:lnTo>
                <a:cubicBezTo>
                  <a:pt x="51328" y="53531"/>
                  <a:pt x="51328" y="47142"/>
                  <a:pt x="47394" y="43209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11524" y="1494907"/>
            <a:ext cx="179926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jQuery DOM Methods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0520" y="1946960"/>
            <a:ext cx="3249410" cy="653463"/>
          </a:xfrm>
          <a:custGeom>
            <a:avLst/>
            <a:gdLst/>
            <a:ahLst/>
            <a:cxnLst/>
            <a:rect l="l" t="t" r="r" b="b"/>
            <a:pathLst>
              <a:path w="3249410" h="653463">
                <a:moveTo>
                  <a:pt x="71613" y="0"/>
                </a:moveTo>
                <a:lnTo>
                  <a:pt x="3177797" y="0"/>
                </a:lnTo>
                <a:cubicBezTo>
                  <a:pt x="3217347" y="0"/>
                  <a:pt x="3249410" y="32062"/>
                  <a:pt x="3249410" y="71613"/>
                </a:cubicBezTo>
                <a:lnTo>
                  <a:pt x="3249410" y="581850"/>
                </a:lnTo>
                <a:cubicBezTo>
                  <a:pt x="3249410" y="621400"/>
                  <a:pt x="3217347" y="653463"/>
                  <a:pt x="3177797" y="653463"/>
                </a:cubicBezTo>
                <a:lnTo>
                  <a:pt x="71613" y="653463"/>
                </a:lnTo>
                <a:cubicBezTo>
                  <a:pt x="32089" y="653463"/>
                  <a:pt x="0" y="621374"/>
                  <a:pt x="0" y="581850"/>
                </a:cubicBezTo>
                <a:lnTo>
                  <a:pt x="0" y="71613"/>
                </a:lnTo>
                <a:cubicBezTo>
                  <a:pt x="0" y="32062"/>
                  <a:pt x="32062" y="0"/>
                  <a:pt x="7161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13462" y="2067806"/>
            <a:ext cx="522406" cy="22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59" y="2345304"/>
            <a:ext cx="3079330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inner HTML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15251" y="1946960"/>
            <a:ext cx="3249410" cy="653463"/>
          </a:xfrm>
          <a:custGeom>
            <a:avLst/>
            <a:gdLst/>
            <a:ahLst/>
            <a:cxnLst/>
            <a:rect l="l" t="t" r="r" b="b"/>
            <a:pathLst>
              <a:path w="3249410" h="653463">
                <a:moveTo>
                  <a:pt x="71613" y="0"/>
                </a:moveTo>
                <a:lnTo>
                  <a:pt x="3177797" y="0"/>
                </a:lnTo>
                <a:cubicBezTo>
                  <a:pt x="3217347" y="0"/>
                  <a:pt x="3249410" y="32062"/>
                  <a:pt x="3249410" y="71613"/>
                </a:cubicBezTo>
                <a:lnTo>
                  <a:pt x="3249410" y="581850"/>
                </a:lnTo>
                <a:cubicBezTo>
                  <a:pt x="3249410" y="621400"/>
                  <a:pt x="3217347" y="653463"/>
                  <a:pt x="3177797" y="653463"/>
                </a:cubicBezTo>
                <a:lnTo>
                  <a:pt x="71613" y="653463"/>
                </a:lnTo>
                <a:cubicBezTo>
                  <a:pt x="32089" y="653463"/>
                  <a:pt x="0" y="621374"/>
                  <a:pt x="0" y="581850"/>
                </a:cubicBezTo>
                <a:lnTo>
                  <a:pt x="0" y="71613"/>
                </a:lnTo>
                <a:cubicBezTo>
                  <a:pt x="0" y="32062"/>
                  <a:pt x="32062" y="0"/>
                  <a:pt x="7161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9523" y="2067806"/>
            <a:ext cx="479887" cy="22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00290" y="2345304"/>
            <a:ext cx="3079330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text content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0520" y="2716793"/>
            <a:ext cx="3249410" cy="653463"/>
          </a:xfrm>
          <a:custGeom>
            <a:avLst/>
            <a:gdLst/>
            <a:ahLst/>
            <a:cxnLst/>
            <a:rect l="l" t="t" r="r" b="b"/>
            <a:pathLst>
              <a:path w="3249410" h="653463">
                <a:moveTo>
                  <a:pt x="71613" y="0"/>
                </a:moveTo>
                <a:lnTo>
                  <a:pt x="3177797" y="0"/>
                </a:lnTo>
                <a:cubicBezTo>
                  <a:pt x="3217347" y="0"/>
                  <a:pt x="3249410" y="32062"/>
                  <a:pt x="3249410" y="71613"/>
                </a:cubicBezTo>
                <a:lnTo>
                  <a:pt x="3249410" y="581850"/>
                </a:lnTo>
                <a:cubicBezTo>
                  <a:pt x="3249410" y="621400"/>
                  <a:pt x="3217347" y="653463"/>
                  <a:pt x="3177797" y="653463"/>
                </a:cubicBezTo>
                <a:lnTo>
                  <a:pt x="71613" y="653463"/>
                </a:lnTo>
                <a:cubicBezTo>
                  <a:pt x="32089" y="653463"/>
                  <a:pt x="0" y="621374"/>
                  <a:pt x="0" y="581850"/>
                </a:cubicBezTo>
                <a:lnTo>
                  <a:pt x="0" y="71613"/>
                </a:lnTo>
                <a:cubicBezTo>
                  <a:pt x="0" y="32062"/>
                  <a:pt x="32062" y="0"/>
                  <a:pt x="7161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43313" y="2837639"/>
            <a:ext cx="862705" cy="22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addClass()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59" y="3115137"/>
            <a:ext cx="3079330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CSS class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15251" y="2716793"/>
            <a:ext cx="3249410" cy="653463"/>
          </a:xfrm>
          <a:custGeom>
            <a:avLst/>
            <a:gdLst/>
            <a:ahLst/>
            <a:cxnLst/>
            <a:rect l="l" t="t" r="r" b="b"/>
            <a:pathLst>
              <a:path w="3249410" h="653463">
                <a:moveTo>
                  <a:pt x="71613" y="0"/>
                </a:moveTo>
                <a:lnTo>
                  <a:pt x="3177797" y="0"/>
                </a:lnTo>
                <a:cubicBezTo>
                  <a:pt x="3217347" y="0"/>
                  <a:pt x="3249410" y="32062"/>
                  <a:pt x="3249410" y="71613"/>
                </a:cubicBezTo>
                <a:lnTo>
                  <a:pt x="3249410" y="581850"/>
                </a:lnTo>
                <a:cubicBezTo>
                  <a:pt x="3249410" y="621400"/>
                  <a:pt x="3217347" y="653463"/>
                  <a:pt x="3177797" y="653463"/>
                </a:cubicBezTo>
                <a:lnTo>
                  <a:pt x="71613" y="653463"/>
                </a:lnTo>
                <a:cubicBezTo>
                  <a:pt x="32089" y="653463"/>
                  <a:pt x="0" y="621374"/>
                  <a:pt x="0" y="581850"/>
                </a:cubicBezTo>
                <a:lnTo>
                  <a:pt x="0" y="71613"/>
                </a:lnTo>
                <a:cubicBezTo>
                  <a:pt x="0" y="32062"/>
                  <a:pt x="32062" y="0"/>
                  <a:pt x="7161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470" y="2837639"/>
            <a:ext cx="1129992" cy="22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removeClass()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00290" y="3115137"/>
            <a:ext cx="3079330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CSS class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6044" y="3517956"/>
            <a:ext cx="6686802" cy="20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methods are used in </a:t>
            </a:r>
            <a:r>
              <a:rPr lang="en-US" sz="987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submitBid</a:t>
            </a:r>
            <a:r>
              <a:rPr lang="en-US" sz="98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logic to directly manipulate visual state and provide immediate user feedback.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2537" y="4057286"/>
            <a:ext cx="6991154" cy="1673938"/>
          </a:xfrm>
          <a:custGeom>
            <a:avLst/>
            <a:gdLst/>
            <a:ahLst/>
            <a:cxnLst/>
            <a:rect l="l" t="t" r="r" b="b"/>
            <a:pathLst>
              <a:path w="6991154" h="1673938">
                <a:moveTo>
                  <a:pt x="107417" y="0"/>
                </a:moveTo>
                <a:lnTo>
                  <a:pt x="6883738" y="0"/>
                </a:lnTo>
                <a:cubicBezTo>
                  <a:pt x="6943062" y="0"/>
                  <a:pt x="6991154" y="48092"/>
                  <a:pt x="6991154" y="107417"/>
                </a:cubicBezTo>
                <a:lnTo>
                  <a:pt x="6991154" y="1566522"/>
                </a:lnTo>
                <a:cubicBezTo>
                  <a:pt x="6991154" y="1625846"/>
                  <a:pt x="6943062" y="1673938"/>
                  <a:pt x="6883738" y="1673938"/>
                </a:cubicBezTo>
                <a:lnTo>
                  <a:pt x="107417" y="1673938"/>
                </a:lnTo>
                <a:cubicBezTo>
                  <a:pt x="48092" y="1673938"/>
                  <a:pt x="0" y="1625846"/>
                  <a:pt x="0" y="1566522"/>
                </a:cubicBezTo>
                <a:lnTo>
                  <a:pt x="0" y="107417"/>
                </a:lnTo>
                <a:cubicBezTo>
                  <a:pt x="0" y="48132"/>
                  <a:pt x="48132" y="0"/>
                  <a:pt x="10741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282" y="4285551"/>
            <a:ext cx="201410" cy="161128"/>
          </a:xfrm>
          <a:custGeom>
            <a:avLst/>
            <a:gdLst/>
            <a:ahLst/>
            <a:cxnLst/>
            <a:rect l="l" t="t" r="r" b="b"/>
            <a:pathLst>
              <a:path w="201410" h="161128">
                <a:moveTo>
                  <a:pt x="130885" y="66245"/>
                </a:moveTo>
                <a:cubicBezTo>
                  <a:pt x="134724" y="65206"/>
                  <a:pt x="138752" y="67032"/>
                  <a:pt x="140483" y="70588"/>
                </a:cubicBezTo>
                <a:lnTo>
                  <a:pt x="146337" y="82421"/>
                </a:lnTo>
                <a:cubicBezTo>
                  <a:pt x="149578" y="82861"/>
                  <a:pt x="152757" y="83742"/>
                  <a:pt x="155746" y="84970"/>
                </a:cubicBezTo>
                <a:lnTo>
                  <a:pt x="166761" y="77637"/>
                </a:lnTo>
                <a:cubicBezTo>
                  <a:pt x="170065" y="75434"/>
                  <a:pt x="174440" y="75875"/>
                  <a:pt x="177241" y="78676"/>
                </a:cubicBezTo>
                <a:lnTo>
                  <a:pt x="183283" y="84718"/>
                </a:lnTo>
                <a:cubicBezTo>
                  <a:pt x="186084" y="87519"/>
                  <a:pt x="186524" y="91925"/>
                  <a:pt x="184321" y="95198"/>
                </a:cubicBezTo>
                <a:lnTo>
                  <a:pt x="176989" y="106181"/>
                </a:lnTo>
                <a:cubicBezTo>
                  <a:pt x="177587" y="107660"/>
                  <a:pt x="178122" y="109202"/>
                  <a:pt x="178562" y="110807"/>
                </a:cubicBezTo>
                <a:cubicBezTo>
                  <a:pt x="179003" y="112412"/>
                  <a:pt x="179286" y="113985"/>
                  <a:pt x="179506" y="115590"/>
                </a:cubicBezTo>
                <a:lnTo>
                  <a:pt x="191371" y="121444"/>
                </a:lnTo>
                <a:cubicBezTo>
                  <a:pt x="194927" y="123206"/>
                  <a:pt x="196752" y="127234"/>
                  <a:pt x="195714" y="131042"/>
                </a:cubicBezTo>
                <a:lnTo>
                  <a:pt x="193511" y="139287"/>
                </a:lnTo>
                <a:cubicBezTo>
                  <a:pt x="192472" y="143095"/>
                  <a:pt x="188916" y="145676"/>
                  <a:pt x="184951" y="145424"/>
                </a:cubicBezTo>
                <a:lnTo>
                  <a:pt x="171733" y="144574"/>
                </a:lnTo>
                <a:cubicBezTo>
                  <a:pt x="169751" y="147123"/>
                  <a:pt x="167453" y="149484"/>
                  <a:pt x="164841" y="151498"/>
                </a:cubicBezTo>
                <a:lnTo>
                  <a:pt x="165691" y="164684"/>
                </a:lnTo>
                <a:cubicBezTo>
                  <a:pt x="165943" y="168649"/>
                  <a:pt x="163362" y="172237"/>
                  <a:pt x="159554" y="173244"/>
                </a:cubicBezTo>
                <a:lnTo>
                  <a:pt x="151309" y="175447"/>
                </a:lnTo>
                <a:cubicBezTo>
                  <a:pt x="147470" y="176485"/>
                  <a:pt x="143473" y="174660"/>
                  <a:pt x="141711" y="171104"/>
                </a:cubicBezTo>
                <a:lnTo>
                  <a:pt x="135857" y="159271"/>
                </a:lnTo>
                <a:cubicBezTo>
                  <a:pt x="132616" y="158830"/>
                  <a:pt x="129437" y="157949"/>
                  <a:pt x="126448" y="156722"/>
                </a:cubicBezTo>
                <a:lnTo>
                  <a:pt x="115433" y="164054"/>
                </a:lnTo>
                <a:cubicBezTo>
                  <a:pt x="112129" y="166257"/>
                  <a:pt x="107754" y="165817"/>
                  <a:pt x="104953" y="163016"/>
                </a:cubicBezTo>
                <a:lnTo>
                  <a:pt x="98911" y="156974"/>
                </a:lnTo>
                <a:cubicBezTo>
                  <a:pt x="96110" y="154173"/>
                  <a:pt x="95670" y="149798"/>
                  <a:pt x="97873" y="146494"/>
                </a:cubicBezTo>
                <a:lnTo>
                  <a:pt x="105205" y="135479"/>
                </a:lnTo>
                <a:cubicBezTo>
                  <a:pt x="104607" y="134000"/>
                  <a:pt x="104072" y="132458"/>
                  <a:pt x="103632" y="130853"/>
                </a:cubicBezTo>
                <a:cubicBezTo>
                  <a:pt x="103191" y="129248"/>
                  <a:pt x="102908" y="127643"/>
                  <a:pt x="102687" y="126070"/>
                </a:cubicBezTo>
                <a:lnTo>
                  <a:pt x="90823" y="120216"/>
                </a:lnTo>
                <a:cubicBezTo>
                  <a:pt x="87267" y="118454"/>
                  <a:pt x="85473" y="114426"/>
                  <a:pt x="86480" y="110618"/>
                </a:cubicBezTo>
                <a:lnTo>
                  <a:pt x="88683" y="102373"/>
                </a:lnTo>
                <a:cubicBezTo>
                  <a:pt x="89722" y="98565"/>
                  <a:pt x="93278" y="95984"/>
                  <a:pt x="97243" y="96236"/>
                </a:cubicBezTo>
                <a:lnTo>
                  <a:pt x="110429" y="97086"/>
                </a:lnTo>
                <a:cubicBezTo>
                  <a:pt x="112412" y="94537"/>
                  <a:pt x="114709" y="92176"/>
                  <a:pt x="117321" y="90162"/>
                </a:cubicBezTo>
                <a:lnTo>
                  <a:pt x="116471" y="77008"/>
                </a:lnTo>
                <a:cubicBezTo>
                  <a:pt x="116220" y="73042"/>
                  <a:pt x="118800" y="69455"/>
                  <a:pt x="122608" y="68448"/>
                </a:cubicBezTo>
                <a:lnTo>
                  <a:pt x="130853" y="66245"/>
                </a:lnTo>
                <a:close/>
                <a:moveTo>
                  <a:pt x="141113" y="106999"/>
                </a:moveTo>
                <a:cubicBezTo>
                  <a:pt x="133470" y="107008"/>
                  <a:pt x="127273" y="113219"/>
                  <a:pt x="127281" y="120862"/>
                </a:cubicBezTo>
                <a:cubicBezTo>
                  <a:pt x="127290" y="128504"/>
                  <a:pt x="133502" y="134701"/>
                  <a:pt x="141144" y="134693"/>
                </a:cubicBezTo>
                <a:cubicBezTo>
                  <a:pt x="148786" y="134684"/>
                  <a:pt x="154984" y="128472"/>
                  <a:pt x="154975" y="120830"/>
                </a:cubicBezTo>
                <a:cubicBezTo>
                  <a:pt x="154967" y="113188"/>
                  <a:pt x="148755" y="106990"/>
                  <a:pt x="141113" y="106999"/>
                </a:cubicBezTo>
                <a:close/>
                <a:moveTo>
                  <a:pt x="70777" y="-14319"/>
                </a:moveTo>
                <a:lnTo>
                  <a:pt x="79022" y="-12116"/>
                </a:lnTo>
                <a:cubicBezTo>
                  <a:pt x="82830" y="-11078"/>
                  <a:pt x="85410" y="-7490"/>
                  <a:pt x="85159" y="-3556"/>
                </a:cubicBezTo>
                <a:lnTo>
                  <a:pt x="84309" y="9598"/>
                </a:lnTo>
                <a:cubicBezTo>
                  <a:pt x="86921" y="11613"/>
                  <a:pt x="89218" y="13941"/>
                  <a:pt x="91201" y="16522"/>
                </a:cubicBezTo>
                <a:lnTo>
                  <a:pt x="104418" y="15672"/>
                </a:lnTo>
                <a:cubicBezTo>
                  <a:pt x="108352" y="15420"/>
                  <a:pt x="111940" y="18001"/>
                  <a:pt x="112978" y="21809"/>
                </a:cubicBezTo>
                <a:lnTo>
                  <a:pt x="115181" y="30054"/>
                </a:lnTo>
                <a:cubicBezTo>
                  <a:pt x="116188" y="33862"/>
                  <a:pt x="114394" y="37890"/>
                  <a:pt x="110838" y="39653"/>
                </a:cubicBezTo>
                <a:lnTo>
                  <a:pt x="98974" y="45506"/>
                </a:lnTo>
                <a:cubicBezTo>
                  <a:pt x="98754" y="47111"/>
                  <a:pt x="98439" y="48716"/>
                  <a:pt x="98030" y="50289"/>
                </a:cubicBezTo>
                <a:cubicBezTo>
                  <a:pt x="97621" y="51863"/>
                  <a:pt x="97054" y="53437"/>
                  <a:pt x="96456" y="54916"/>
                </a:cubicBezTo>
                <a:lnTo>
                  <a:pt x="103789" y="65930"/>
                </a:lnTo>
                <a:cubicBezTo>
                  <a:pt x="105992" y="69235"/>
                  <a:pt x="105551" y="73609"/>
                  <a:pt x="102750" y="76410"/>
                </a:cubicBezTo>
                <a:lnTo>
                  <a:pt x="96708" y="82452"/>
                </a:lnTo>
                <a:cubicBezTo>
                  <a:pt x="93907" y="85253"/>
                  <a:pt x="89533" y="85694"/>
                  <a:pt x="86229" y="83491"/>
                </a:cubicBezTo>
                <a:lnTo>
                  <a:pt x="75214" y="76158"/>
                </a:lnTo>
                <a:cubicBezTo>
                  <a:pt x="72224" y="77385"/>
                  <a:pt x="69046" y="78267"/>
                  <a:pt x="65804" y="78707"/>
                </a:cubicBezTo>
                <a:lnTo>
                  <a:pt x="59951" y="90540"/>
                </a:lnTo>
                <a:cubicBezTo>
                  <a:pt x="58189" y="94096"/>
                  <a:pt x="54160" y="95890"/>
                  <a:pt x="50352" y="94883"/>
                </a:cubicBezTo>
                <a:lnTo>
                  <a:pt x="42107" y="92680"/>
                </a:lnTo>
                <a:cubicBezTo>
                  <a:pt x="38268" y="91641"/>
                  <a:pt x="35719" y="88054"/>
                  <a:pt x="35971" y="84120"/>
                </a:cubicBezTo>
                <a:lnTo>
                  <a:pt x="36820" y="70934"/>
                </a:lnTo>
                <a:cubicBezTo>
                  <a:pt x="34208" y="68920"/>
                  <a:pt x="31911" y="66591"/>
                  <a:pt x="29928" y="64011"/>
                </a:cubicBezTo>
                <a:lnTo>
                  <a:pt x="16711" y="64860"/>
                </a:lnTo>
                <a:cubicBezTo>
                  <a:pt x="12777" y="65112"/>
                  <a:pt x="9189" y="62531"/>
                  <a:pt x="8151" y="58724"/>
                </a:cubicBezTo>
                <a:lnTo>
                  <a:pt x="5948" y="50478"/>
                </a:lnTo>
                <a:cubicBezTo>
                  <a:pt x="4941" y="46670"/>
                  <a:pt x="6735" y="42642"/>
                  <a:pt x="10291" y="40880"/>
                </a:cubicBezTo>
                <a:lnTo>
                  <a:pt x="22155" y="35026"/>
                </a:lnTo>
                <a:cubicBezTo>
                  <a:pt x="22375" y="33421"/>
                  <a:pt x="22690" y="31848"/>
                  <a:pt x="23099" y="30243"/>
                </a:cubicBezTo>
                <a:cubicBezTo>
                  <a:pt x="23540" y="28638"/>
                  <a:pt x="24043" y="27096"/>
                  <a:pt x="24673" y="25617"/>
                </a:cubicBezTo>
                <a:lnTo>
                  <a:pt x="17340" y="14634"/>
                </a:lnTo>
                <a:cubicBezTo>
                  <a:pt x="15137" y="11329"/>
                  <a:pt x="15578" y="6955"/>
                  <a:pt x="18379" y="4154"/>
                </a:cubicBezTo>
                <a:lnTo>
                  <a:pt x="24421" y="-1888"/>
                </a:lnTo>
                <a:cubicBezTo>
                  <a:pt x="27222" y="-4689"/>
                  <a:pt x="31596" y="-5130"/>
                  <a:pt x="34901" y="-2927"/>
                </a:cubicBezTo>
                <a:lnTo>
                  <a:pt x="45915" y="4406"/>
                </a:lnTo>
                <a:cubicBezTo>
                  <a:pt x="48905" y="3178"/>
                  <a:pt x="52083" y="2297"/>
                  <a:pt x="55325" y="1857"/>
                </a:cubicBezTo>
                <a:lnTo>
                  <a:pt x="61178" y="-9976"/>
                </a:lnTo>
                <a:cubicBezTo>
                  <a:pt x="62941" y="-13532"/>
                  <a:pt x="66937" y="-15326"/>
                  <a:pt x="70777" y="-14319"/>
                </a:cubicBezTo>
                <a:close/>
                <a:moveTo>
                  <a:pt x="60549" y="26435"/>
                </a:moveTo>
                <a:cubicBezTo>
                  <a:pt x="52906" y="26435"/>
                  <a:pt x="46702" y="32640"/>
                  <a:pt x="46702" y="40282"/>
                </a:cubicBezTo>
                <a:cubicBezTo>
                  <a:pt x="46702" y="47924"/>
                  <a:pt x="52906" y="54129"/>
                  <a:pt x="60549" y="54129"/>
                </a:cubicBezTo>
                <a:cubicBezTo>
                  <a:pt x="68191" y="54129"/>
                  <a:pt x="74396" y="47924"/>
                  <a:pt x="74396" y="40282"/>
                </a:cubicBezTo>
                <a:cubicBezTo>
                  <a:pt x="74396" y="32640"/>
                  <a:pt x="68191" y="26435"/>
                  <a:pt x="60549" y="2643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4" name="Text 22"/>
          <p:cNvSpPr/>
          <p:nvPr/>
        </p:nvSpPr>
        <p:spPr>
          <a:xfrm>
            <a:off x="751930" y="4240793"/>
            <a:ext cx="649881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Context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0520" y="4603330"/>
            <a:ext cx="6615189" cy="939912"/>
          </a:xfrm>
          <a:custGeom>
            <a:avLst/>
            <a:gdLst/>
            <a:ahLst/>
            <a:cxnLst/>
            <a:rect l="l" t="t" r="r" b="b"/>
            <a:pathLst>
              <a:path w="6615189" h="939912">
                <a:moveTo>
                  <a:pt x="71612" y="0"/>
                </a:moveTo>
                <a:lnTo>
                  <a:pt x="6543578" y="0"/>
                </a:lnTo>
                <a:cubicBezTo>
                  <a:pt x="6583128" y="0"/>
                  <a:pt x="6615189" y="32062"/>
                  <a:pt x="6615189" y="71612"/>
                </a:cubicBezTo>
                <a:lnTo>
                  <a:pt x="6615189" y="868300"/>
                </a:lnTo>
                <a:cubicBezTo>
                  <a:pt x="6615189" y="907850"/>
                  <a:pt x="6583128" y="939912"/>
                  <a:pt x="6543578" y="939912"/>
                </a:cubicBezTo>
                <a:lnTo>
                  <a:pt x="71612" y="939912"/>
                </a:lnTo>
                <a:cubicBezTo>
                  <a:pt x="32088" y="939912"/>
                  <a:pt x="0" y="907824"/>
                  <a:pt x="0" y="868300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220" y="4751031"/>
            <a:ext cx="6373498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kern="0" spc="42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Function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8220" y="4965868"/>
            <a:ext cx="638244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submitBid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220" y="5216511"/>
            <a:ext cx="638244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bid submission workflow with real-time UI updates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39646" y="203017"/>
            <a:ext cx="4287789" cy="4019242"/>
          </a:xfrm>
          <a:custGeom>
            <a:avLst/>
            <a:gdLst/>
            <a:ahLst/>
            <a:cxnLst/>
            <a:rect l="l" t="t" r="r" b="b"/>
            <a:pathLst>
              <a:path w="4287789" h="4019242">
                <a:moveTo>
                  <a:pt x="107434" y="0"/>
                </a:moveTo>
                <a:lnTo>
                  <a:pt x="4180354" y="0"/>
                </a:lnTo>
                <a:cubicBezTo>
                  <a:pt x="4239689" y="0"/>
                  <a:pt x="4287789" y="48100"/>
                  <a:pt x="4287789" y="107434"/>
                </a:cubicBezTo>
                <a:lnTo>
                  <a:pt x="4287789" y="3911808"/>
                </a:lnTo>
                <a:cubicBezTo>
                  <a:pt x="4287789" y="3971142"/>
                  <a:pt x="4239689" y="4019242"/>
                  <a:pt x="4180354" y="4019242"/>
                </a:cubicBezTo>
                <a:lnTo>
                  <a:pt x="107434" y="4019242"/>
                </a:lnTo>
                <a:cubicBezTo>
                  <a:pt x="48100" y="4019242"/>
                  <a:pt x="0" y="3971142"/>
                  <a:pt x="0" y="3911808"/>
                </a:cubicBezTo>
                <a:lnTo>
                  <a:pt x="0" y="107434"/>
                </a:lnTo>
                <a:cubicBezTo>
                  <a:pt x="0" y="48140"/>
                  <a:pt x="48140" y="0"/>
                  <a:pt x="10743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5531" y="431281"/>
            <a:ext cx="161128" cy="161128"/>
          </a:xfrm>
          <a:custGeom>
            <a:avLst/>
            <a:gdLst/>
            <a:ahLst/>
            <a:cxnLst/>
            <a:rect l="l" t="t" r="r" b="b"/>
            <a:pathLst>
              <a:path w="161128" h="161128">
                <a:moveTo>
                  <a:pt x="158170" y="47394"/>
                </a:moveTo>
                <a:lnTo>
                  <a:pt x="127958" y="77606"/>
                </a:lnTo>
                <a:cubicBezTo>
                  <a:pt x="125063" y="80501"/>
                  <a:pt x="120751" y="81351"/>
                  <a:pt x="116975" y="79777"/>
                </a:cubicBezTo>
                <a:cubicBezTo>
                  <a:pt x="113199" y="78204"/>
                  <a:pt x="110775" y="74553"/>
                  <a:pt x="110775" y="70493"/>
                </a:cubicBezTo>
                <a:lnTo>
                  <a:pt x="110775" y="50352"/>
                </a:lnTo>
                <a:lnTo>
                  <a:pt x="10070" y="50352"/>
                </a:lnTo>
                <a:cubicBezTo>
                  <a:pt x="4500" y="50352"/>
                  <a:pt x="0" y="45852"/>
                  <a:pt x="0" y="40282"/>
                </a:cubicBezTo>
                <a:cubicBezTo>
                  <a:pt x="0" y="34712"/>
                  <a:pt x="4500" y="30211"/>
                  <a:pt x="10070" y="30211"/>
                </a:cubicBezTo>
                <a:lnTo>
                  <a:pt x="110775" y="30211"/>
                </a:lnTo>
                <a:lnTo>
                  <a:pt x="110775" y="10070"/>
                </a:lnTo>
                <a:cubicBezTo>
                  <a:pt x="110775" y="6011"/>
                  <a:pt x="113230" y="2329"/>
                  <a:pt x="117006" y="755"/>
                </a:cubicBezTo>
                <a:cubicBezTo>
                  <a:pt x="120783" y="-818"/>
                  <a:pt x="125094" y="63"/>
                  <a:pt x="127990" y="2927"/>
                </a:cubicBezTo>
                <a:lnTo>
                  <a:pt x="158201" y="33138"/>
                </a:lnTo>
                <a:cubicBezTo>
                  <a:pt x="162135" y="37072"/>
                  <a:pt x="162135" y="43460"/>
                  <a:pt x="158201" y="47394"/>
                </a:cubicBezTo>
                <a:close/>
                <a:moveTo>
                  <a:pt x="33138" y="158170"/>
                </a:moveTo>
                <a:lnTo>
                  <a:pt x="2927" y="127958"/>
                </a:lnTo>
                <a:cubicBezTo>
                  <a:pt x="-1007" y="124024"/>
                  <a:pt x="-1007" y="117636"/>
                  <a:pt x="2927" y="113702"/>
                </a:cubicBezTo>
                <a:lnTo>
                  <a:pt x="33138" y="83491"/>
                </a:lnTo>
                <a:cubicBezTo>
                  <a:pt x="36033" y="80595"/>
                  <a:pt x="40345" y="79746"/>
                  <a:pt x="44121" y="81319"/>
                </a:cubicBezTo>
                <a:cubicBezTo>
                  <a:pt x="47898" y="82893"/>
                  <a:pt x="50352" y="86575"/>
                  <a:pt x="50352" y="90634"/>
                </a:cubicBezTo>
                <a:lnTo>
                  <a:pt x="50352" y="110775"/>
                </a:lnTo>
                <a:lnTo>
                  <a:pt x="151057" y="110775"/>
                </a:lnTo>
                <a:cubicBezTo>
                  <a:pt x="156628" y="110775"/>
                  <a:pt x="161128" y="115276"/>
                  <a:pt x="161128" y="120846"/>
                </a:cubicBezTo>
                <a:cubicBezTo>
                  <a:pt x="161128" y="126416"/>
                  <a:pt x="156628" y="130916"/>
                  <a:pt x="151057" y="130916"/>
                </a:cubicBezTo>
                <a:lnTo>
                  <a:pt x="50352" y="130916"/>
                </a:lnTo>
                <a:lnTo>
                  <a:pt x="50352" y="151057"/>
                </a:lnTo>
                <a:cubicBezTo>
                  <a:pt x="50352" y="155117"/>
                  <a:pt x="47898" y="158799"/>
                  <a:pt x="44121" y="160372"/>
                </a:cubicBezTo>
                <a:cubicBezTo>
                  <a:pt x="40345" y="161946"/>
                  <a:pt x="36033" y="161065"/>
                  <a:pt x="33138" y="15820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1" name="Text 29"/>
          <p:cNvSpPr/>
          <p:nvPr/>
        </p:nvSpPr>
        <p:spPr>
          <a:xfrm>
            <a:off x="7929038" y="386523"/>
            <a:ext cx="379545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State Transitions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27628" y="784867"/>
            <a:ext cx="3911824" cy="725075"/>
          </a:xfrm>
          <a:custGeom>
            <a:avLst/>
            <a:gdLst/>
            <a:ahLst/>
            <a:cxnLst/>
            <a:rect l="l" t="t" r="r" b="b"/>
            <a:pathLst>
              <a:path w="3911824" h="725075">
                <a:moveTo>
                  <a:pt x="71616" y="0"/>
                </a:moveTo>
                <a:lnTo>
                  <a:pt x="3840208" y="0"/>
                </a:lnTo>
                <a:cubicBezTo>
                  <a:pt x="3879760" y="0"/>
                  <a:pt x="3911824" y="32063"/>
                  <a:pt x="3911824" y="71616"/>
                </a:cubicBezTo>
                <a:lnTo>
                  <a:pt x="3911824" y="653459"/>
                </a:lnTo>
                <a:cubicBezTo>
                  <a:pt x="3911824" y="693011"/>
                  <a:pt x="3879760" y="725075"/>
                  <a:pt x="3840208" y="725075"/>
                </a:cubicBezTo>
                <a:lnTo>
                  <a:pt x="71616" y="725075"/>
                </a:lnTo>
                <a:cubicBezTo>
                  <a:pt x="32063" y="725075"/>
                  <a:pt x="0" y="693011"/>
                  <a:pt x="0" y="653459"/>
                </a:cubicBezTo>
                <a:lnTo>
                  <a:pt x="0" y="71616"/>
                </a:lnTo>
                <a:cubicBezTo>
                  <a:pt x="0" y="32063"/>
                  <a:pt x="32063" y="0"/>
                  <a:pt x="716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39523" y="896761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35806" y="0"/>
                </a:moveTo>
                <a:lnTo>
                  <a:pt x="250643" y="0"/>
                </a:lnTo>
                <a:cubicBezTo>
                  <a:pt x="270418" y="0"/>
                  <a:pt x="286449" y="16031"/>
                  <a:pt x="286449" y="35806"/>
                </a:cubicBezTo>
                <a:lnTo>
                  <a:pt x="286449" y="250643"/>
                </a:lnTo>
                <a:cubicBezTo>
                  <a:pt x="286449" y="270418"/>
                  <a:pt x="270418" y="286449"/>
                  <a:pt x="250643" y="286449"/>
                </a:cubicBezTo>
                <a:lnTo>
                  <a:pt x="35806" y="286449"/>
                </a:lnTo>
                <a:cubicBezTo>
                  <a:pt x="16031" y="286449"/>
                  <a:pt x="0" y="270418"/>
                  <a:pt x="0" y="25064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30157" y="977325"/>
            <a:ext cx="109656" cy="125322"/>
          </a:xfrm>
          <a:custGeom>
            <a:avLst/>
            <a:gdLst/>
            <a:ahLst/>
            <a:cxnLst/>
            <a:rect l="l" t="t" r="r" b="b"/>
            <a:pathLst>
              <a:path w="109656" h="125322">
                <a:moveTo>
                  <a:pt x="31330" y="9791"/>
                </a:moveTo>
                <a:cubicBezTo>
                  <a:pt x="31330" y="4381"/>
                  <a:pt x="35712" y="0"/>
                  <a:pt x="41121" y="0"/>
                </a:cubicBezTo>
                <a:cubicBezTo>
                  <a:pt x="46531" y="0"/>
                  <a:pt x="50912" y="4381"/>
                  <a:pt x="50912" y="9791"/>
                </a:cubicBezTo>
                <a:lnTo>
                  <a:pt x="50912" y="46065"/>
                </a:lnTo>
                <a:cubicBezTo>
                  <a:pt x="52992" y="44205"/>
                  <a:pt x="55734" y="43079"/>
                  <a:pt x="58744" y="43079"/>
                </a:cubicBezTo>
                <a:cubicBezTo>
                  <a:pt x="63787" y="43079"/>
                  <a:pt x="68095" y="46261"/>
                  <a:pt x="69759" y="50716"/>
                </a:cubicBezTo>
                <a:cubicBezTo>
                  <a:pt x="71913" y="48440"/>
                  <a:pt x="74948" y="46996"/>
                  <a:pt x="78326" y="46996"/>
                </a:cubicBezTo>
                <a:cubicBezTo>
                  <a:pt x="84519" y="46996"/>
                  <a:pt x="89585" y="51769"/>
                  <a:pt x="90050" y="57839"/>
                </a:cubicBezTo>
                <a:cubicBezTo>
                  <a:pt x="92131" y="55954"/>
                  <a:pt x="94897" y="54828"/>
                  <a:pt x="97907" y="54828"/>
                </a:cubicBezTo>
                <a:cubicBezTo>
                  <a:pt x="104394" y="54828"/>
                  <a:pt x="109656" y="60091"/>
                  <a:pt x="109656" y="66577"/>
                </a:cubicBezTo>
                <a:lnTo>
                  <a:pt x="109656" y="93991"/>
                </a:lnTo>
                <a:cubicBezTo>
                  <a:pt x="109656" y="111296"/>
                  <a:pt x="95631" y="125322"/>
                  <a:pt x="78326" y="125322"/>
                </a:cubicBezTo>
                <a:lnTo>
                  <a:pt x="57447" y="125322"/>
                </a:lnTo>
                <a:cubicBezTo>
                  <a:pt x="56223" y="125322"/>
                  <a:pt x="55024" y="125248"/>
                  <a:pt x="53849" y="125077"/>
                </a:cubicBezTo>
                <a:cubicBezTo>
                  <a:pt x="40313" y="123706"/>
                  <a:pt x="27855" y="116755"/>
                  <a:pt x="19581" y="105740"/>
                </a:cubicBezTo>
                <a:lnTo>
                  <a:pt x="1958" y="82242"/>
                </a:lnTo>
                <a:cubicBezTo>
                  <a:pt x="-1297" y="77910"/>
                  <a:pt x="-416" y="71791"/>
                  <a:pt x="3916" y="68535"/>
                </a:cubicBezTo>
                <a:cubicBezTo>
                  <a:pt x="8249" y="65280"/>
                  <a:pt x="14368" y="66161"/>
                  <a:pt x="17623" y="70493"/>
                </a:cubicBezTo>
                <a:lnTo>
                  <a:pt x="31330" y="88778"/>
                </a:lnTo>
                <a:lnTo>
                  <a:pt x="31330" y="9791"/>
                </a:lnTo>
                <a:close/>
                <a:moveTo>
                  <a:pt x="58744" y="74410"/>
                </a:moveTo>
                <a:cubicBezTo>
                  <a:pt x="58744" y="72256"/>
                  <a:pt x="56982" y="70493"/>
                  <a:pt x="54828" y="70493"/>
                </a:cubicBezTo>
                <a:cubicBezTo>
                  <a:pt x="52674" y="70493"/>
                  <a:pt x="50912" y="72256"/>
                  <a:pt x="50912" y="74410"/>
                </a:cubicBezTo>
                <a:lnTo>
                  <a:pt x="50912" y="97907"/>
                </a:lnTo>
                <a:cubicBezTo>
                  <a:pt x="50912" y="100061"/>
                  <a:pt x="52674" y="101824"/>
                  <a:pt x="54828" y="101824"/>
                </a:cubicBezTo>
                <a:cubicBezTo>
                  <a:pt x="56982" y="101824"/>
                  <a:pt x="58744" y="100061"/>
                  <a:pt x="58744" y="97907"/>
                </a:cubicBezTo>
                <a:lnTo>
                  <a:pt x="58744" y="74410"/>
                </a:lnTo>
                <a:close/>
                <a:moveTo>
                  <a:pt x="70493" y="70493"/>
                </a:moveTo>
                <a:cubicBezTo>
                  <a:pt x="68339" y="70493"/>
                  <a:pt x="66577" y="72256"/>
                  <a:pt x="66577" y="74410"/>
                </a:cubicBezTo>
                <a:lnTo>
                  <a:pt x="66577" y="97907"/>
                </a:lnTo>
                <a:cubicBezTo>
                  <a:pt x="66577" y="100061"/>
                  <a:pt x="68339" y="101824"/>
                  <a:pt x="70493" y="101824"/>
                </a:cubicBezTo>
                <a:cubicBezTo>
                  <a:pt x="72647" y="101824"/>
                  <a:pt x="74410" y="100061"/>
                  <a:pt x="74410" y="97907"/>
                </a:cubicBezTo>
                <a:lnTo>
                  <a:pt x="74410" y="74410"/>
                </a:lnTo>
                <a:cubicBezTo>
                  <a:pt x="74410" y="72256"/>
                  <a:pt x="72647" y="70493"/>
                  <a:pt x="70493" y="70493"/>
                </a:cubicBezTo>
                <a:close/>
                <a:moveTo>
                  <a:pt x="90075" y="74410"/>
                </a:moveTo>
                <a:cubicBezTo>
                  <a:pt x="90075" y="72256"/>
                  <a:pt x="88313" y="70493"/>
                  <a:pt x="86159" y="70493"/>
                </a:cubicBezTo>
                <a:cubicBezTo>
                  <a:pt x="84005" y="70493"/>
                  <a:pt x="82242" y="72256"/>
                  <a:pt x="82242" y="74410"/>
                </a:cubicBezTo>
                <a:lnTo>
                  <a:pt x="82242" y="97907"/>
                </a:lnTo>
                <a:cubicBezTo>
                  <a:pt x="82242" y="100061"/>
                  <a:pt x="84005" y="101824"/>
                  <a:pt x="86159" y="101824"/>
                </a:cubicBezTo>
                <a:cubicBezTo>
                  <a:pt x="88313" y="101824"/>
                  <a:pt x="90075" y="100061"/>
                  <a:pt x="90075" y="97907"/>
                </a:cubicBezTo>
                <a:lnTo>
                  <a:pt x="90075" y="7441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5" name="Text 33"/>
          <p:cNvSpPr/>
          <p:nvPr/>
        </p:nvSpPr>
        <p:spPr>
          <a:xfrm>
            <a:off x="8233390" y="950470"/>
            <a:ext cx="57289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Bid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39523" y="1254823"/>
            <a:ext cx="3741744" cy="143225"/>
          </a:xfrm>
          <a:prstGeom prst="rect">
            <a:avLst/>
          </a:prstGeom>
          <a:noFill/>
          <a:ln/>
        </p:spPr>
        <p:txBody>
          <a:bodyPr wrap="square" lIns="393868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state; button active and clickable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27628" y="1626312"/>
            <a:ext cx="3911824" cy="725075"/>
          </a:xfrm>
          <a:custGeom>
            <a:avLst/>
            <a:gdLst/>
            <a:ahLst/>
            <a:cxnLst/>
            <a:rect l="l" t="t" r="r" b="b"/>
            <a:pathLst>
              <a:path w="3911824" h="725075">
                <a:moveTo>
                  <a:pt x="71616" y="0"/>
                </a:moveTo>
                <a:lnTo>
                  <a:pt x="3840208" y="0"/>
                </a:lnTo>
                <a:cubicBezTo>
                  <a:pt x="3879760" y="0"/>
                  <a:pt x="3911824" y="32063"/>
                  <a:pt x="3911824" y="71616"/>
                </a:cubicBezTo>
                <a:lnTo>
                  <a:pt x="3911824" y="653459"/>
                </a:lnTo>
                <a:cubicBezTo>
                  <a:pt x="3911824" y="693011"/>
                  <a:pt x="3879760" y="725075"/>
                  <a:pt x="3840208" y="725075"/>
                </a:cubicBezTo>
                <a:lnTo>
                  <a:pt x="71616" y="725075"/>
                </a:lnTo>
                <a:cubicBezTo>
                  <a:pt x="32063" y="725075"/>
                  <a:pt x="0" y="693011"/>
                  <a:pt x="0" y="653459"/>
                </a:cubicBezTo>
                <a:lnTo>
                  <a:pt x="0" y="71616"/>
                </a:lnTo>
                <a:cubicBezTo>
                  <a:pt x="0" y="32063"/>
                  <a:pt x="32063" y="0"/>
                  <a:pt x="716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39523" y="1738206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35806" y="0"/>
                </a:moveTo>
                <a:lnTo>
                  <a:pt x="250643" y="0"/>
                </a:lnTo>
                <a:cubicBezTo>
                  <a:pt x="270418" y="0"/>
                  <a:pt x="286449" y="16031"/>
                  <a:pt x="286449" y="35806"/>
                </a:cubicBezTo>
                <a:lnTo>
                  <a:pt x="286449" y="250643"/>
                </a:lnTo>
                <a:cubicBezTo>
                  <a:pt x="286449" y="270418"/>
                  <a:pt x="270418" y="286449"/>
                  <a:pt x="250643" y="286449"/>
                </a:cubicBezTo>
                <a:lnTo>
                  <a:pt x="35806" y="286449"/>
                </a:lnTo>
                <a:cubicBezTo>
                  <a:pt x="16031" y="286449"/>
                  <a:pt x="0" y="270418"/>
                  <a:pt x="0" y="25064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22324" y="1818770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50912" y="11749"/>
                </a:moveTo>
                <a:cubicBezTo>
                  <a:pt x="50912" y="5265"/>
                  <a:pt x="56176" y="0"/>
                  <a:pt x="62661" y="0"/>
                </a:cubicBezTo>
                <a:cubicBezTo>
                  <a:pt x="69145" y="0"/>
                  <a:pt x="74410" y="5265"/>
                  <a:pt x="74410" y="11749"/>
                </a:cubicBezTo>
                <a:cubicBezTo>
                  <a:pt x="74410" y="18233"/>
                  <a:pt x="69145" y="23498"/>
                  <a:pt x="62661" y="23498"/>
                </a:cubicBezTo>
                <a:cubicBezTo>
                  <a:pt x="56176" y="23498"/>
                  <a:pt x="50912" y="18233"/>
                  <a:pt x="50912" y="11749"/>
                </a:cubicBezTo>
                <a:close/>
                <a:moveTo>
                  <a:pt x="50912" y="113573"/>
                </a:moveTo>
                <a:cubicBezTo>
                  <a:pt x="50912" y="107088"/>
                  <a:pt x="56176" y="101824"/>
                  <a:pt x="62661" y="101824"/>
                </a:cubicBezTo>
                <a:cubicBezTo>
                  <a:pt x="69145" y="101824"/>
                  <a:pt x="74410" y="107088"/>
                  <a:pt x="74410" y="113573"/>
                </a:cubicBezTo>
                <a:cubicBezTo>
                  <a:pt x="74410" y="120057"/>
                  <a:pt x="69145" y="125322"/>
                  <a:pt x="62661" y="125322"/>
                </a:cubicBezTo>
                <a:cubicBezTo>
                  <a:pt x="56176" y="125322"/>
                  <a:pt x="50912" y="120057"/>
                  <a:pt x="50912" y="113573"/>
                </a:cubicBezTo>
                <a:close/>
                <a:moveTo>
                  <a:pt x="11749" y="50912"/>
                </a:moveTo>
                <a:cubicBezTo>
                  <a:pt x="18233" y="50912"/>
                  <a:pt x="23498" y="56176"/>
                  <a:pt x="23498" y="62661"/>
                </a:cubicBezTo>
                <a:cubicBezTo>
                  <a:pt x="23498" y="69145"/>
                  <a:pt x="18233" y="74410"/>
                  <a:pt x="11749" y="74410"/>
                </a:cubicBezTo>
                <a:cubicBezTo>
                  <a:pt x="5265" y="74410"/>
                  <a:pt x="0" y="69145"/>
                  <a:pt x="0" y="62661"/>
                </a:cubicBezTo>
                <a:cubicBezTo>
                  <a:pt x="0" y="56176"/>
                  <a:pt x="5265" y="50912"/>
                  <a:pt x="11749" y="50912"/>
                </a:cubicBezTo>
                <a:close/>
                <a:moveTo>
                  <a:pt x="101824" y="62661"/>
                </a:moveTo>
                <a:cubicBezTo>
                  <a:pt x="101824" y="56176"/>
                  <a:pt x="107088" y="50912"/>
                  <a:pt x="113573" y="50912"/>
                </a:cubicBezTo>
                <a:cubicBezTo>
                  <a:pt x="120057" y="50912"/>
                  <a:pt x="125322" y="56176"/>
                  <a:pt x="125322" y="62661"/>
                </a:cubicBezTo>
                <a:cubicBezTo>
                  <a:pt x="125322" y="69145"/>
                  <a:pt x="120057" y="74410"/>
                  <a:pt x="113573" y="74410"/>
                </a:cubicBezTo>
                <a:cubicBezTo>
                  <a:pt x="107088" y="74410"/>
                  <a:pt x="101824" y="69145"/>
                  <a:pt x="101824" y="62661"/>
                </a:cubicBezTo>
                <a:close/>
                <a:moveTo>
                  <a:pt x="18358" y="90344"/>
                </a:moveTo>
                <a:cubicBezTo>
                  <a:pt x="22944" y="85758"/>
                  <a:pt x="30391" y="85758"/>
                  <a:pt x="34977" y="90344"/>
                </a:cubicBezTo>
                <a:cubicBezTo>
                  <a:pt x="39564" y="94930"/>
                  <a:pt x="39564" y="102378"/>
                  <a:pt x="34977" y="106964"/>
                </a:cubicBezTo>
                <a:cubicBezTo>
                  <a:pt x="30391" y="111550"/>
                  <a:pt x="22944" y="111550"/>
                  <a:pt x="18358" y="106964"/>
                </a:cubicBezTo>
                <a:cubicBezTo>
                  <a:pt x="13771" y="102378"/>
                  <a:pt x="13771" y="94930"/>
                  <a:pt x="18358" y="90344"/>
                </a:cubicBezTo>
                <a:close/>
                <a:moveTo>
                  <a:pt x="18358" y="18358"/>
                </a:moveTo>
                <a:cubicBezTo>
                  <a:pt x="22944" y="13771"/>
                  <a:pt x="30391" y="13771"/>
                  <a:pt x="34977" y="18358"/>
                </a:cubicBezTo>
                <a:cubicBezTo>
                  <a:pt x="39564" y="22944"/>
                  <a:pt x="39564" y="30391"/>
                  <a:pt x="34977" y="34977"/>
                </a:cubicBezTo>
                <a:cubicBezTo>
                  <a:pt x="30391" y="39564"/>
                  <a:pt x="22944" y="39564"/>
                  <a:pt x="18358" y="34977"/>
                </a:cubicBezTo>
                <a:cubicBezTo>
                  <a:pt x="13771" y="30391"/>
                  <a:pt x="13771" y="22944"/>
                  <a:pt x="18358" y="18358"/>
                </a:cubicBezTo>
                <a:close/>
                <a:moveTo>
                  <a:pt x="106964" y="90344"/>
                </a:moveTo>
                <a:cubicBezTo>
                  <a:pt x="111553" y="94934"/>
                  <a:pt x="111553" y="102375"/>
                  <a:pt x="106964" y="106964"/>
                </a:cubicBezTo>
                <a:cubicBezTo>
                  <a:pt x="102375" y="111553"/>
                  <a:pt x="94934" y="111553"/>
                  <a:pt x="90344" y="106964"/>
                </a:cubicBezTo>
                <a:cubicBezTo>
                  <a:pt x="85755" y="102375"/>
                  <a:pt x="85755" y="94934"/>
                  <a:pt x="90344" y="90344"/>
                </a:cubicBezTo>
                <a:cubicBezTo>
                  <a:pt x="94934" y="85755"/>
                  <a:pt x="102375" y="85755"/>
                  <a:pt x="106964" y="90344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0" name="Text 38"/>
          <p:cNvSpPr/>
          <p:nvPr/>
        </p:nvSpPr>
        <p:spPr>
          <a:xfrm>
            <a:off x="8233390" y="1791915"/>
            <a:ext cx="68031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39523" y="2096268"/>
            <a:ext cx="3741744" cy="143225"/>
          </a:xfrm>
          <a:prstGeom prst="rect">
            <a:avLst/>
          </a:prstGeom>
          <a:noFill/>
          <a:ln/>
        </p:spPr>
        <p:txBody>
          <a:bodyPr wrap="square" lIns="393868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AJAX request in progress; UI shows loading state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727628" y="2467757"/>
            <a:ext cx="3911824" cy="725075"/>
          </a:xfrm>
          <a:custGeom>
            <a:avLst/>
            <a:gdLst/>
            <a:ahLst/>
            <a:cxnLst/>
            <a:rect l="l" t="t" r="r" b="b"/>
            <a:pathLst>
              <a:path w="3911824" h="725075">
                <a:moveTo>
                  <a:pt x="71616" y="0"/>
                </a:moveTo>
                <a:lnTo>
                  <a:pt x="3840208" y="0"/>
                </a:lnTo>
                <a:cubicBezTo>
                  <a:pt x="3879760" y="0"/>
                  <a:pt x="3911824" y="32063"/>
                  <a:pt x="3911824" y="71616"/>
                </a:cubicBezTo>
                <a:lnTo>
                  <a:pt x="3911824" y="653459"/>
                </a:lnTo>
                <a:cubicBezTo>
                  <a:pt x="3911824" y="693011"/>
                  <a:pt x="3879760" y="725075"/>
                  <a:pt x="3840208" y="725075"/>
                </a:cubicBezTo>
                <a:lnTo>
                  <a:pt x="71616" y="725075"/>
                </a:lnTo>
                <a:cubicBezTo>
                  <a:pt x="32063" y="725075"/>
                  <a:pt x="0" y="693011"/>
                  <a:pt x="0" y="653459"/>
                </a:cubicBezTo>
                <a:lnTo>
                  <a:pt x="0" y="71616"/>
                </a:lnTo>
                <a:cubicBezTo>
                  <a:pt x="0" y="32063"/>
                  <a:pt x="32063" y="0"/>
                  <a:pt x="716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39523" y="2579651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35806" y="0"/>
                </a:moveTo>
                <a:lnTo>
                  <a:pt x="250643" y="0"/>
                </a:lnTo>
                <a:cubicBezTo>
                  <a:pt x="270418" y="0"/>
                  <a:pt x="286449" y="16031"/>
                  <a:pt x="286449" y="35806"/>
                </a:cubicBezTo>
                <a:lnTo>
                  <a:pt x="286449" y="250643"/>
                </a:lnTo>
                <a:cubicBezTo>
                  <a:pt x="286449" y="270418"/>
                  <a:pt x="270418" y="286449"/>
                  <a:pt x="250643" y="286449"/>
                </a:cubicBezTo>
                <a:lnTo>
                  <a:pt x="35806" y="286449"/>
                </a:lnTo>
                <a:cubicBezTo>
                  <a:pt x="16031" y="286449"/>
                  <a:pt x="0" y="270418"/>
                  <a:pt x="0" y="25064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922324" y="2660215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125322"/>
                </a:moveTo>
                <a:cubicBezTo>
                  <a:pt x="97244" y="125322"/>
                  <a:pt x="125322" y="97244"/>
                  <a:pt x="125322" y="62661"/>
                </a:cubicBezTo>
                <a:cubicBezTo>
                  <a:pt x="125322" y="28077"/>
                  <a:pt x="97244" y="0"/>
                  <a:pt x="62661" y="0"/>
                </a:cubicBezTo>
                <a:cubicBezTo>
                  <a:pt x="28077" y="0"/>
                  <a:pt x="0" y="28077"/>
                  <a:pt x="0" y="62661"/>
                </a:cubicBezTo>
                <a:cubicBezTo>
                  <a:pt x="0" y="97244"/>
                  <a:pt x="28077" y="125322"/>
                  <a:pt x="62661" y="125322"/>
                </a:cubicBezTo>
                <a:close/>
                <a:moveTo>
                  <a:pt x="83319" y="52062"/>
                </a:moveTo>
                <a:lnTo>
                  <a:pt x="63738" y="83393"/>
                </a:lnTo>
                <a:cubicBezTo>
                  <a:pt x="62710" y="85033"/>
                  <a:pt x="60947" y="86061"/>
                  <a:pt x="59014" y="86159"/>
                </a:cubicBezTo>
                <a:cubicBezTo>
                  <a:pt x="57080" y="86256"/>
                  <a:pt x="55220" y="85375"/>
                  <a:pt x="54069" y="83809"/>
                </a:cubicBezTo>
                <a:lnTo>
                  <a:pt x="42321" y="68144"/>
                </a:lnTo>
                <a:cubicBezTo>
                  <a:pt x="40362" y="65549"/>
                  <a:pt x="40901" y="61878"/>
                  <a:pt x="43495" y="59919"/>
                </a:cubicBezTo>
                <a:cubicBezTo>
                  <a:pt x="46090" y="57961"/>
                  <a:pt x="49761" y="58500"/>
                  <a:pt x="51720" y="61094"/>
                </a:cubicBezTo>
                <a:lnTo>
                  <a:pt x="58328" y="69906"/>
                </a:lnTo>
                <a:lnTo>
                  <a:pt x="73357" y="45845"/>
                </a:lnTo>
                <a:cubicBezTo>
                  <a:pt x="75071" y="43104"/>
                  <a:pt x="78693" y="42247"/>
                  <a:pt x="81459" y="43985"/>
                </a:cubicBezTo>
                <a:cubicBezTo>
                  <a:pt x="84225" y="45723"/>
                  <a:pt x="85057" y="49321"/>
                  <a:pt x="83319" y="5208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5" name="Text 43"/>
          <p:cNvSpPr/>
          <p:nvPr/>
        </p:nvSpPr>
        <p:spPr>
          <a:xfrm>
            <a:off x="8233390" y="2633360"/>
            <a:ext cx="136958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 Placed Successfully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39523" y="2937713"/>
            <a:ext cx="3741744" cy="143225"/>
          </a:xfrm>
          <a:prstGeom prst="rect">
            <a:avLst/>
          </a:prstGeom>
          <a:noFill/>
          <a:ln/>
        </p:spPr>
        <p:txBody>
          <a:bodyPr wrap="square" lIns="393868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Confirmation shown; price updated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727628" y="3309202"/>
            <a:ext cx="3911824" cy="725075"/>
          </a:xfrm>
          <a:custGeom>
            <a:avLst/>
            <a:gdLst/>
            <a:ahLst/>
            <a:cxnLst/>
            <a:rect l="l" t="t" r="r" b="b"/>
            <a:pathLst>
              <a:path w="3911824" h="725075">
                <a:moveTo>
                  <a:pt x="71616" y="0"/>
                </a:moveTo>
                <a:lnTo>
                  <a:pt x="3840208" y="0"/>
                </a:lnTo>
                <a:cubicBezTo>
                  <a:pt x="3879760" y="0"/>
                  <a:pt x="3911824" y="32063"/>
                  <a:pt x="3911824" y="71616"/>
                </a:cubicBezTo>
                <a:lnTo>
                  <a:pt x="3911824" y="653459"/>
                </a:lnTo>
                <a:cubicBezTo>
                  <a:pt x="3911824" y="693011"/>
                  <a:pt x="3879760" y="725075"/>
                  <a:pt x="3840208" y="725075"/>
                </a:cubicBezTo>
                <a:lnTo>
                  <a:pt x="71616" y="725075"/>
                </a:lnTo>
                <a:cubicBezTo>
                  <a:pt x="32063" y="725075"/>
                  <a:pt x="0" y="693011"/>
                  <a:pt x="0" y="653459"/>
                </a:cubicBezTo>
                <a:lnTo>
                  <a:pt x="0" y="71616"/>
                </a:lnTo>
                <a:cubicBezTo>
                  <a:pt x="0" y="32063"/>
                  <a:pt x="32063" y="0"/>
                  <a:pt x="716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39523" y="3421096"/>
            <a:ext cx="286449" cy="286449"/>
          </a:xfrm>
          <a:custGeom>
            <a:avLst/>
            <a:gdLst/>
            <a:ahLst/>
            <a:cxnLst/>
            <a:rect l="l" t="t" r="r" b="b"/>
            <a:pathLst>
              <a:path w="286449" h="286449">
                <a:moveTo>
                  <a:pt x="35806" y="0"/>
                </a:moveTo>
                <a:lnTo>
                  <a:pt x="250643" y="0"/>
                </a:lnTo>
                <a:cubicBezTo>
                  <a:pt x="270418" y="0"/>
                  <a:pt x="286449" y="16031"/>
                  <a:pt x="286449" y="35806"/>
                </a:cubicBezTo>
                <a:lnTo>
                  <a:pt x="286449" y="250643"/>
                </a:lnTo>
                <a:cubicBezTo>
                  <a:pt x="286449" y="270418"/>
                  <a:pt x="270418" y="286449"/>
                  <a:pt x="250643" y="286449"/>
                </a:cubicBezTo>
                <a:lnTo>
                  <a:pt x="35806" y="286449"/>
                </a:lnTo>
                <a:cubicBezTo>
                  <a:pt x="16031" y="286449"/>
                  <a:pt x="0" y="270418"/>
                  <a:pt x="0" y="250643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22324" y="3501660"/>
            <a:ext cx="125322" cy="125322"/>
          </a:xfrm>
          <a:custGeom>
            <a:avLst/>
            <a:gdLst/>
            <a:ahLst/>
            <a:cxnLst/>
            <a:rect l="l" t="t" r="r" b="b"/>
            <a:pathLst>
              <a:path w="125322" h="125322">
                <a:moveTo>
                  <a:pt x="62661" y="0"/>
                </a:moveTo>
                <a:cubicBezTo>
                  <a:pt x="66259" y="0"/>
                  <a:pt x="69563" y="1983"/>
                  <a:pt x="71277" y="5140"/>
                </a:cubicBezTo>
                <a:lnTo>
                  <a:pt x="124147" y="103048"/>
                </a:lnTo>
                <a:cubicBezTo>
                  <a:pt x="125787" y="106083"/>
                  <a:pt x="125713" y="109754"/>
                  <a:pt x="123951" y="112716"/>
                </a:cubicBezTo>
                <a:cubicBezTo>
                  <a:pt x="122189" y="115678"/>
                  <a:pt x="118982" y="117489"/>
                  <a:pt x="115531" y="117489"/>
                </a:cubicBezTo>
                <a:lnTo>
                  <a:pt x="9791" y="117489"/>
                </a:lnTo>
                <a:cubicBezTo>
                  <a:pt x="6340" y="117489"/>
                  <a:pt x="3158" y="115678"/>
                  <a:pt x="1371" y="112716"/>
                </a:cubicBezTo>
                <a:cubicBezTo>
                  <a:pt x="-416" y="109754"/>
                  <a:pt x="-465" y="106083"/>
                  <a:pt x="1175" y="103048"/>
                </a:cubicBezTo>
                <a:lnTo>
                  <a:pt x="54045" y="5140"/>
                </a:lnTo>
                <a:cubicBezTo>
                  <a:pt x="55758" y="1983"/>
                  <a:pt x="59063" y="0"/>
                  <a:pt x="62661" y="0"/>
                </a:cubicBezTo>
                <a:close/>
                <a:moveTo>
                  <a:pt x="62661" y="41121"/>
                </a:moveTo>
                <a:cubicBezTo>
                  <a:pt x="59405" y="41121"/>
                  <a:pt x="56786" y="43740"/>
                  <a:pt x="56786" y="46996"/>
                </a:cubicBezTo>
                <a:lnTo>
                  <a:pt x="56786" y="74410"/>
                </a:lnTo>
                <a:cubicBezTo>
                  <a:pt x="56786" y="77665"/>
                  <a:pt x="59405" y="80284"/>
                  <a:pt x="62661" y="80284"/>
                </a:cubicBezTo>
                <a:cubicBezTo>
                  <a:pt x="65916" y="80284"/>
                  <a:pt x="68535" y="77665"/>
                  <a:pt x="68535" y="74410"/>
                </a:cubicBezTo>
                <a:lnTo>
                  <a:pt x="68535" y="46996"/>
                </a:lnTo>
                <a:cubicBezTo>
                  <a:pt x="68535" y="43740"/>
                  <a:pt x="65916" y="41121"/>
                  <a:pt x="62661" y="41121"/>
                </a:cubicBezTo>
                <a:close/>
                <a:moveTo>
                  <a:pt x="69196" y="93991"/>
                </a:moveTo>
                <a:cubicBezTo>
                  <a:pt x="69345" y="91565"/>
                  <a:pt x="68135" y="89257"/>
                  <a:pt x="66055" y="88000"/>
                </a:cubicBezTo>
                <a:cubicBezTo>
                  <a:pt x="63976" y="86742"/>
                  <a:pt x="61370" y="86742"/>
                  <a:pt x="59291" y="88000"/>
                </a:cubicBezTo>
                <a:cubicBezTo>
                  <a:pt x="57211" y="89257"/>
                  <a:pt x="56001" y="91565"/>
                  <a:pt x="56150" y="93991"/>
                </a:cubicBezTo>
                <a:cubicBezTo>
                  <a:pt x="56001" y="96417"/>
                  <a:pt x="57211" y="98725"/>
                  <a:pt x="59291" y="99983"/>
                </a:cubicBezTo>
                <a:cubicBezTo>
                  <a:pt x="61370" y="101241"/>
                  <a:pt x="63976" y="101241"/>
                  <a:pt x="66055" y="99983"/>
                </a:cubicBezTo>
                <a:cubicBezTo>
                  <a:pt x="68135" y="98725"/>
                  <a:pt x="69345" y="96417"/>
                  <a:pt x="69196" y="93991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0" name="Text 48"/>
          <p:cNvSpPr/>
          <p:nvPr/>
        </p:nvSpPr>
        <p:spPr>
          <a:xfrm>
            <a:off x="8233390" y="3474805"/>
            <a:ext cx="83249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Error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39523" y="3779158"/>
            <a:ext cx="3741744" cy="143225"/>
          </a:xfrm>
          <a:prstGeom prst="rect">
            <a:avLst/>
          </a:prstGeom>
          <a:noFill/>
          <a:ln/>
        </p:spPr>
        <p:txBody>
          <a:bodyPr wrap="square" lIns="393868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6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message displayed; retry option available</a:t>
            </a:r>
            <a:endParaRPr lang="en-US" sz="16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7DCD1C4-523C-06DC-8A76-5ED0AC4CF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02" y="4396375"/>
            <a:ext cx="4345269" cy="20751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 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DOM Traversal and Context Isolation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2752725"/>
          </a:xfrm>
          <a:custGeom>
            <a:avLst/>
            <a:gdLst/>
            <a:ahLst/>
            <a:cxnLst/>
            <a:rect l="l" t="t" r="r" b="b"/>
            <a:pathLst>
              <a:path w="5610225" h="2752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638432"/>
                </a:lnTo>
                <a:cubicBezTo>
                  <a:pt x="5610225" y="2701512"/>
                  <a:pt x="5559012" y="2752725"/>
                  <a:pt x="549593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5382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8181" y="1638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590675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Traversal Methods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071688"/>
            <a:ext cx="5210175" cy="847725"/>
          </a:xfrm>
          <a:custGeom>
            <a:avLst/>
            <a:gdLst/>
            <a:ahLst/>
            <a:cxnLst/>
            <a:rect l="l" t="t" r="r" b="b"/>
            <a:pathLst>
              <a:path w="5210175" h="847725">
                <a:moveTo>
                  <a:pt x="76202" y="0"/>
                </a:moveTo>
                <a:lnTo>
                  <a:pt x="5133973" y="0"/>
                </a:lnTo>
                <a:cubicBezTo>
                  <a:pt x="5176030" y="0"/>
                  <a:pt x="5210175" y="34145"/>
                  <a:pt x="5210175" y="76202"/>
                </a:cubicBezTo>
                <a:lnTo>
                  <a:pt x="5210175" y="771523"/>
                </a:lnTo>
                <a:cubicBezTo>
                  <a:pt x="5210175" y="813580"/>
                  <a:pt x="5176030" y="847725"/>
                  <a:pt x="5133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22885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closest()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5717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Traverses up the DOM tree to find the nearest matching ancestor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3043238"/>
            <a:ext cx="5210175" cy="847725"/>
          </a:xfrm>
          <a:custGeom>
            <a:avLst/>
            <a:gdLst/>
            <a:ahLst/>
            <a:cxnLst/>
            <a:rect l="l" t="t" r="r" b="b"/>
            <a:pathLst>
              <a:path w="5210175" h="847725">
                <a:moveTo>
                  <a:pt x="76202" y="0"/>
                </a:moveTo>
                <a:lnTo>
                  <a:pt x="5133973" y="0"/>
                </a:lnTo>
                <a:cubicBezTo>
                  <a:pt x="5176030" y="0"/>
                  <a:pt x="5210175" y="34145"/>
                  <a:pt x="5210175" y="76202"/>
                </a:cubicBezTo>
                <a:lnTo>
                  <a:pt x="5210175" y="771523"/>
                </a:lnTo>
                <a:cubicBezTo>
                  <a:pt x="5210175" y="813580"/>
                  <a:pt x="5176030" y="847725"/>
                  <a:pt x="51339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950" y="32004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2950" y="35433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Searches through descendants to locate matching elements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52913"/>
            <a:ext cx="5610225" cy="1762125"/>
          </a:xfrm>
          <a:custGeom>
            <a:avLst/>
            <a:gdLst/>
            <a:ahLst/>
            <a:cxnLst/>
            <a:rect l="l" t="t" r="r" b="b"/>
            <a:pathLst>
              <a:path w="5610225" h="1762125">
                <a:moveTo>
                  <a:pt x="114291" y="0"/>
                </a:moveTo>
                <a:lnTo>
                  <a:pt x="5495934" y="0"/>
                </a:lnTo>
                <a:cubicBezTo>
                  <a:pt x="5559055" y="0"/>
                  <a:pt x="5610225" y="51170"/>
                  <a:pt x="5610225" y="114291"/>
                </a:cubicBezTo>
                <a:lnTo>
                  <a:pt x="5610225" y="1647834"/>
                </a:lnTo>
                <a:cubicBezTo>
                  <a:pt x="5610225" y="1710955"/>
                  <a:pt x="5559055" y="1762125"/>
                  <a:pt x="5495934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122" y="4495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4448175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Isolation Benefits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0075" y="4848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885825" y="482917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Isolates nested structural contexts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5114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1" name="Text 19"/>
          <p:cNvSpPr/>
          <p:nvPr/>
        </p:nvSpPr>
        <p:spPr>
          <a:xfrm>
            <a:off x="885825" y="509587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Targets correct bid container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0075" y="5381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885825" y="536257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selector collisions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0075" y="5648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5" name="Text 23"/>
          <p:cNvSpPr/>
          <p:nvPr/>
        </p:nvSpPr>
        <p:spPr>
          <a:xfrm>
            <a:off x="885825" y="5629275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multiple bid containers on same page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338263"/>
            <a:ext cx="5610225" cy="3781425"/>
          </a:xfrm>
          <a:custGeom>
            <a:avLst/>
            <a:gdLst/>
            <a:ahLst/>
            <a:cxnLst/>
            <a:rect l="l" t="t" r="r" b="b"/>
            <a:pathLst>
              <a:path w="5610225" h="3781425">
                <a:moveTo>
                  <a:pt x="114312" y="0"/>
                </a:moveTo>
                <a:lnTo>
                  <a:pt x="5495913" y="0"/>
                </a:lnTo>
                <a:cubicBezTo>
                  <a:pt x="5559046" y="0"/>
                  <a:pt x="5610225" y="51179"/>
                  <a:pt x="5610225" y="114312"/>
                </a:cubicBezTo>
                <a:lnTo>
                  <a:pt x="5610225" y="3667113"/>
                </a:lnTo>
                <a:cubicBezTo>
                  <a:pt x="5610225" y="3730246"/>
                  <a:pt x="5559046" y="3781425"/>
                  <a:pt x="5495913" y="3781425"/>
                </a:cubicBezTo>
                <a:lnTo>
                  <a:pt x="114312" y="3781425"/>
                </a:lnTo>
                <a:cubicBezTo>
                  <a:pt x="51179" y="3781425"/>
                  <a:pt x="0" y="3730246"/>
                  <a:pt x="0" y="3667113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4372" y="15811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8" name="Text 26"/>
          <p:cNvSpPr/>
          <p:nvPr/>
        </p:nvSpPr>
        <p:spPr>
          <a:xfrm>
            <a:off x="6610350" y="1533525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Example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6038" y="1957388"/>
            <a:ext cx="5210175" cy="1343025"/>
          </a:xfrm>
          <a:custGeom>
            <a:avLst/>
            <a:gdLst/>
            <a:ahLst/>
            <a:cxnLst/>
            <a:rect l="l" t="t" r="r" b="b"/>
            <a:pathLst>
              <a:path w="5210175" h="1343025">
                <a:moveTo>
                  <a:pt x="76203" y="0"/>
                </a:moveTo>
                <a:lnTo>
                  <a:pt x="5133972" y="0"/>
                </a:lnTo>
                <a:cubicBezTo>
                  <a:pt x="5176058" y="0"/>
                  <a:pt x="5210175" y="34117"/>
                  <a:pt x="5210175" y="76203"/>
                </a:cubicBezTo>
                <a:lnTo>
                  <a:pt x="5210175" y="1266822"/>
                </a:lnTo>
                <a:cubicBezTo>
                  <a:pt x="5210175" y="1308908"/>
                  <a:pt x="5176058" y="1343025"/>
                  <a:pt x="5133972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200" y="2114550"/>
            <a:ext cx="495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from app.js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53200" y="2381250"/>
            <a:ext cx="4895850" cy="762000"/>
          </a:xfrm>
          <a:custGeom>
            <a:avLst/>
            <a:gdLst/>
            <a:ahLst/>
            <a:cxnLst/>
            <a:rect l="l" t="t" r="r" b="b"/>
            <a:pathLst>
              <a:path w="4895850" h="762000">
                <a:moveTo>
                  <a:pt x="76200" y="0"/>
                </a:moveTo>
                <a:lnTo>
                  <a:pt x="4819650" y="0"/>
                </a:lnTo>
                <a:cubicBezTo>
                  <a:pt x="4861706" y="0"/>
                  <a:pt x="4895850" y="34144"/>
                  <a:pt x="4895850" y="76200"/>
                </a:cubicBezTo>
                <a:lnTo>
                  <a:pt x="4895850" y="685800"/>
                </a:lnTo>
                <a:cubicBezTo>
                  <a:pt x="4895850" y="727856"/>
                  <a:pt x="4861706" y="762000"/>
                  <a:pt x="48196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2" name="Text 30"/>
          <p:cNvSpPr/>
          <p:nvPr/>
        </p:nvSpPr>
        <p:spPr>
          <a:xfrm>
            <a:off x="6705600" y="253365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btn.closest('.bid-container')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05600" y="280035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.find('.current-price')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6038" y="346233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5100" y="35814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</a:t>
            </a:r>
            <a:r>
              <a:rPr lang="en-US" sz="105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 from clicked button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6038" y="3976687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5100" y="40957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</a:t>
            </a:r>
            <a:r>
              <a:rPr lang="en-US" sz="105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Traverse up to bid container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6038" y="449103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5100" y="46101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</a:t>
            </a:r>
            <a:r>
              <a:rPr lang="en-US" sz="105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Search down for price element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6013" y="5281613"/>
            <a:ext cx="5610225" cy="1514475"/>
          </a:xfrm>
          <a:custGeom>
            <a:avLst/>
            <a:gdLst/>
            <a:ahLst/>
            <a:cxnLst/>
            <a:rect l="l" t="t" r="r" b="b"/>
            <a:pathLst>
              <a:path w="5610225" h="151447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400178"/>
                </a:lnTo>
                <a:cubicBezTo>
                  <a:pt x="5610225" y="1463260"/>
                  <a:pt x="5559010" y="1514475"/>
                  <a:pt x="549592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FCA3BFB-CD08-AFE1-3C63-E47C0D4A9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402" y="5388177"/>
            <a:ext cx="4348595" cy="125372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Exchange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Creation and Serialization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772275" cy="2486025"/>
          </a:xfrm>
          <a:custGeom>
            <a:avLst/>
            <a:gdLst/>
            <a:ahLst/>
            <a:cxnLst/>
            <a:rect l="l" t="t" r="r" b="b"/>
            <a:pathLst>
              <a:path w="6772275" h="2486025">
                <a:moveTo>
                  <a:pt x="114307" y="0"/>
                </a:moveTo>
                <a:lnTo>
                  <a:pt x="6657968" y="0"/>
                </a:lnTo>
                <a:cubicBezTo>
                  <a:pt x="6721098" y="0"/>
                  <a:pt x="6772275" y="51177"/>
                  <a:pt x="6772275" y="114307"/>
                </a:cubicBezTo>
                <a:lnTo>
                  <a:pt x="6772275" y="2371718"/>
                </a:lnTo>
                <a:cubicBezTo>
                  <a:pt x="6772275" y="2434848"/>
                  <a:pt x="6721098" y="2486025"/>
                  <a:pt x="6657968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5382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897" y="16383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590675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PHP-Driven JSON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6448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creation is driven </a:t>
            </a: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natively through PHP controllers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API endpoints build structured arrays and return data using standard PHP serialization methods.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788" y="2657475"/>
            <a:ext cx="6372225" cy="962025"/>
          </a:xfrm>
          <a:custGeom>
            <a:avLst/>
            <a:gdLst/>
            <a:ahLst/>
            <a:cxnLst/>
            <a:rect l="l" t="t" r="r" b="b"/>
            <a:pathLst>
              <a:path w="6372225" h="962025">
                <a:moveTo>
                  <a:pt x="76202" y="0"/>
                </a:moveTo>
                <a:lnTo>
                  <a:pt x="6296023" y="0"/>
                </a:lnTo>
                <a:cubicBezTo>
                  <a:pt x="6338080" y="0"/>
                  <a:pt x="6372225" y="34145"/>
                  <a:pt x="6372225" y="76202"/>
                </a:cubicBezTo>
                <a:lnTo>
                  <a:pt x="6372225" y="885823"/>
                </a:lnTo>
                <a:cubicBezTo>
                  <a:pt x="6372225" y="927880"/>
                  <a:pt x="6338080" y="962025"/>
                  <a:pt x="629602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2814638"/>
            <a:ext cx="611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Method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2950" y="3043238"/>
            <a:ext cx="6057900" cy="419100"/>
          </a:xfrm>
          <a:custGeom>
            <a:avLst/>
            <a:gdLst/>
            <a:ahLst/>
            <a:cxnLst/>
            <a:rect l="l" t="t" r="r" b="b"/>
            <a:pathLst>
              <a:path w="6057900" h="419100">
                <a:moveTo>
                  <a:pt x="76201" y="0"/>
                </a:moveTo>
                <a:lnTo>
                  <a:pt x="5981699" y="0"/>
                </a:lnTo>
                <a:cubicBezTo>
                  <a:pt x="6023784" y="0"/>
                  <a:pt x="6057900" y="34116"/>
                  <a:pt x="6057900" y="76201"/>
                </a:cubicBezTo>
                <a:lnTo>
                  <a:pt x="6057900" y="342899"/>
                </a:lnTo>
                <a:cubicBezTo>
                  <a:pt x="6057900" y="384984"/>
                  <a:pt x="6023784" y="419100"/>
                  <a:pt x="59816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" y="3157538"/>
            <a:ext cx="589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 json_encode($dataArray);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981450"/>
            <a:ext cx="6772275" cy="2143125"/>
          </a:xfrm>
          <a:custGeom>
            <a:avLst/>
            <a:gdLst/>
            <a:ahLst/>
            <a:cxnLst/>
            <a:rect l="l" t="t" r="r" b="b"/>
            <a:pathLst>
              <a:path w="6772275" h="2143125">
                <a:moveTo>
                  <a:pt x="114293" y="0"/>
                </a:moveTo>
                <a:lnTo>
                  <a:pt x="6657982" y="0"/>
                </a:lnTo>
                <a:cubicBezTo>
                  <a:pt x="6721104" y="0"/>
                  <a:pt x="6772275" y="51171"/>
                  <a:pt x="6772275" y="114293"/>
                </a:cubicBezTo>
                <a:lnTo>
                  <a:pt x="6772275" y="2028832"/>
                </a:lnTo>
                <a:cubicBezTo>
                  <a:pt x="6772275" y="2091954"/>
                  <a:pt x="6721104" y="2143125"/>
                  <a:pt x="66579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269" y="422433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4176712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API Endpoints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4562475"/>
            <a:ext cx="6372225" cy="619125"/>
          </a:xfrm>
          <a:custGeom>
            <a:avLst/>
            <a:gdLst/>
            <a:ahLst/>
            <a:cxnLst/>
            <a:rect l="l" t="t" r="r" b="b"/>
            <a:pathLst>
              <a:path w="6372225" h="619125">
                <a:moveTo>
                  <a:pt x="76202" y="0"/>
                </a:moveTo>
                <a:lnTo>
                  <a:pt x="6296023" y="0"/>
                </a:lnTo>
                <a:cubicBezTo>
                  <a:pt x="6338108" y="0"/>
                  <a:pt x="6372225" y="34117"/>
                  <a:pt x="6372225" y="76202"/>
                </a:cubicBezTo>
                <a:lnTo>
                  <a:pt x="6372225" y="542923"/>
                </a:lnTo>
                <a:cubicBezTo>
                  <a:pt x="6372225" y="585008"/>
                  <a:pt x="6338108" y="619125"/>
                  <a:pt x="6296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850" y="4681538"/>
            <a:ext cx="14207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ApiController::placeBid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" y="4910138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bid placement responses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5305425"/>
            <a:ext cx="6372225" cy="619125"/>
          </a:xfrm>
          <a:custGeom>
            <a:avLst/>
            <a:gdLst/>
            <a:ahLst/>
            <a:cxnLst/>
            <a:rect l="l" t="t" r="r" b="b"/>
            <a:pathLst>
              <a:path w="6372225" h="619125">
                <a:moveTo>
                  <a:pt x="76202" y="0"/>
                </a:moveTo>
                <a:lnTo>
                  <a:pt x="6296023" y="0"/>
                </a:lnTo>
                <a:cubicBezTo>
                  <a:pt x="6338108" y="0"/>
                  <a:pt x="6372225" y="34117"/>
                  <a:pt x="6372225" y="76202"/>
                </a:cubicBezTo>
                <a:lnTo>
                  <a:pt x="6372225" y="542923"/>
                </a:lnTo>
                <a:cubicBezTo>
                  <a:pt x="6372225" y="585008"/>
                  <a:pt x="6338108" y="619125"/>
                  <a:pt x="6296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850" y="5424488"/>
            <a:ext cx="1196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searchSuggestions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850" y="5653088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Returns search autocomplete data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58063" y="1338263"/>
            <a:ext cx="4448175" cy="2924175"/>
          </a:xfrm>
          <a:custGeom>
            <a:avLst/>
            <a:gdLst/>
            <a:ahLst/>
            <a:cxnLst/>
            <a:rect l="l" t="t" r="r" b="b"/>
            <a:pathLst>
              <a:path w="4448175" h="2924175">
                <a:moveTo>
                  <a:pt x="114306" y="0"/>
                </a:moveTo>
                <a:lnTo>
                  <a:pt x="4333869" y="0"/>
                </a:lnTo>
                <a:cubicBezTo>
                  <a:pt x="4396998" y="0"/>
                  <a:pt x="4448175" y="51177"/>
                  <a:pt x="4448175" y="114306"/>
                </a:cubicBezTo>
                <a:lnTo>
                  <a:pt x="4448175" y="2809869"/>
                </a:lnTo>
                <a:cubicBezTo>
                  <a:pt x="4448175" y="2872998"/>
                  <a:pt x="4396998" y="2924175"/>
                  <a:pt x="4333869" y="2924175"/>
                </a:cubicBezTo>
                <a:lnTo>
                  <a:pt x="114306" y="2924175"/>
                </a:lnTo>
                <a:cubicBezTo>
                  <a:pt x="51177" y="2924175"/>
                  <a:pt x="0" y="2872998"/>
                  <a:pt x="0" y="280986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98569" y="15811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533525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Output Benefits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58088" y="195738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7150" y="20764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Communication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77150" y="23050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seamless data exchange with JavaScript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8088" y="270033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7150" y="281940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Format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77150" y="304800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Industry-standard JSON for interoperability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58088" y="3443288"/>
            <a:ext cx="4048125" cy="619125"/>
          </a:xfrm>
          <a:custGeom>
            <a:avLst/>
            <a:gdLst/>
            <a:ahLst/>
            <a:cxnLst/>
            <a:rect l="l" t="t" r="r" b="b"/>
            <a:pathLst>
              <a:path w="4048125" h="619125">
                <a:moveTo>
                  <a:pt x="76202" y="0"/>
                </a:moveTo>
                <a:lnTo>
                  <a:pt x="3971923" y="0"/>
                </a:lnTo>
                <a:cubicBezTo>
                  <a:pt x="4014008" y="0"/>
                  <a:pt x="4048125" y="34117"/>
                  <a:pt x="4048125" y="76202"/>
                </a:cubicBezTo>
                <a:lnTo>
                  <a:pt x="4048125" y="542923"/>
                </a:lnTo>
                <a:cubicBezTo>
                  <a:pt x="4048125" y="585008"/>
                  <a:pt x="4014008" y="619125"/>
                  <a:pt x="39719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77150" y="35623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77150" y="3790950"/>
            <a:ext cx="386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Preserves data types during serialization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56231"/>
            <a:ext cx="71246" cy="284985"/>
          </a:xfrm>
          <a:custGeom>
            <a:avLst/>
            <a:gdLst/>
            <a:ahLst/>
            <a:cxnLst/>
            <a:rect l="l" t="t" r="r" b="b"/>
            <a:pathLst>
              <a:path w="71246" h="284985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249362"/>
                </a:lnTo>
                <a:cubicBezTo>
                  <a:pt x="71246" y="269036"/>
                  <a:pt x="55297" y="284985"/>
                  <a:pt x="35623" y="284985"/>
                </a:cubicBezTo>
                <a:lnTo>
                  <a:pt x="35623" y="284985"/>
                </a:lnTo>
                <a:cubicBezTo>
                  <a:pt x="15949" y="284985"/>
                  <a:pt x="0" y="269036"/>
                  <a:pt x="0" y="2493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34346" y="409665"/>
            <a:ext cx="146945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kern="0" spc="98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231" y="712462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Asynchronous Networking with $.ajax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684" y="1251261"/>
            <a:ext cx="7017747" cy="2645014"/>
          </a:xfrm>
          <a:custGeom>
            <a:avLst/>
            <a:gdLst/>
            <a:ahLst/>
            <a:cxnLst/>
            <a:rect l="l" t="t" r="r" b="b"/>
            <a:pathLst>
              <a:path w="7017747" h="2645014">
                <a:moveTo>
                  <a:pt x="106859" y="0"/>
                </a:moveTo>
                <a:lnTo>
                  <a:pt x="6910889" y="0"/>
                </a:lnTo>
                <a:cubicBezTo>
                  <a:pt x="6969905" y="0"/>
                  <a:pt x="7017747" y="47842"/>
                  <a:pt x="7017747" y="106859"/>
                </a:cubicBezTo>
                <a:lnTo>
                  <a:pt x="7017747" y="2538155"/>
                </a:lnTo>
                <a:cubicBezTo>
                  <a:pt x="7017747" y="2597172"/>
                  <a:pt x="6969905" y="2645014"/>
                  <a:pt x="6910889" y="2645014"/>
                </a:cubicBezTo>
                <a:lnTo>
                  <a:pt x="106859" y="2645014"/>
                </a:lnTo>
                <a:cubicBezTo>
                  <a:pt x="47842" y="2645014"/>
                  <a:pt x="0" y="2597172"/>
                  <a:pt x="0" y="2538155"/>
                </a:cubicBezTo>
                <a:lnTo>
                  <a:pt x="0" y="106859"/>
                </a:lnTo>
                <a:cubicBezTo>
                  <a:pt x="0" y="47882"/>
                  <a:pt x="47882" y="0"/>
                  <a:pt x="10685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705" y="1438282"/>
            <a:ext cx="347325" cy="347325"/>
          </a:xfrm>
          <a:custGeom>
            <a:avLst/>
            <a:gdLst/>
            <a:ahLst/>
            <a:cxnLst/>
            <a:rect l="l" t="t" r="r" b="b"/>
            <a:pathLst>
              <a:path w="347325" h="347325">
                <a:moveTo>
                  <a:pt x="71247" y="0"/>
                </a:moveTo>
                <a:lnTo>
                  <a:pt x="276078" y="0"/>
                </a:lnTo>
                <a:cubicBezTo>
                  <a:pt x="315400" y="0"/>
                  <a:pt x="347325" y="31925"/>
                  <a:pt x="347325" y="71247"/>
                </a:cubicBezTo>
                <a:lnTo>
                  <a:pt x="347325" y="276078"/>
                </a:lnTo>
                <a:cubicBezTo>
                  <a:pt x="347325" y="315400"/>
                  <a:pt x="315400" y="347325"/>
                  <a:pt x="276078" y="347325"/>
                </a:cubicBezTo>
                <a:lnTo>
                  <a:pt x="71247" y="347325"/>
                </a:lnTo>
                <a:cubicBezTo>
                  <a:pt x="31925" y="347325"/>
                  <a:pt x="0" y="315400"/>
                  <a:pt x="0" y="276078"/>
                </a:cubicBezTo>
                <a:lnTo>
                  <a:pt x="0" y="71247"/>
                </a:lnTo>
                <a:cubicBezTo>
                  <a:pt x="0" y="31898"/>
                  <a:pt x="31898" y="0"/>
                  <a:pt x="71247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3442" y="1531793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157361" y="47152"/>
                </a:moveTo>
                <a:lnTo>
                  <a:pt x="127304" y="77209"/>
                </a:lnTo>
                <a:cubicBezTo>
                  <a:pt x="124423" y="80089"/>
                  <a:pt x="120134" y="80935"/>
                  <a:pt x="116377" y="79369"/>
                </a:cubicBezTo>
                <a:cubicBezTo>
                  <a:pt x="112620" y="77804"/>
                  <a:pt x="110209" y="74172"/>
                  <a:pt x="110209" y="70133"/>
                </a:cubicBezTo>
                <a:lnTo>
                  <a:pt x="110209" y="50095"/>
                </a:lnTo>
                <a:lnTo>
                  <a:pt x="10019" y="50095"/>
                </a:lnTo>
                <a:cubicBezTo>
                  <a:pt x="4477" y="50095"/>
                  <a:pt x="0" y="45618"/>
                  <a:pt x="0" y="40076"/>
                </a:cubicBezTo>
                <a:cubicBezTo>
                  <a:pt x="0" y="34534"/>
                  <a:pt x="4477" y="30057"/>
                  <a:pt x="10019" y="30057"/>
                </a:cubicBezTo>
                <a:lnTo>
                  <a:pt x="110209" y="30057"/>
                </a:lnTo>
                <a:lnTo>
                  <a:pt x="110209" y="10019"/>
                </a:lnTo>
                <a:cubicBezTo>
                  <a:pt x="110209" y="5980"/>
                  <a:pt x="112651" y="2317"/>
                  <a:pt x="116408" y="751"/>
                </a:cubicBezTo>
                <a:cubicBezTo>
                  <a:pt x="120165" y="-814"/>
                  <a:pt x="124455" y="63"/>
                  <a:pt x="127335" y="2912"/>
                </a:cubicBezTo>
                <a:lnTo>
                  <a:pt x="157392" y="32969"/>
                </a:lnTo>
                <a:cubicBezTo>
                  <a:pt x="161306" y="36882"/>
                  <a:pt x="161306" y="43238"/>
                  <a:pt x="157392" y="47152"/>
                </a:cubicBezTo>
                <a:close/>
                <a:moveTo>
                  <a:pt x="32969" y="157361"/>
                </a:moveTo>
                <a:lnTo>
                  <a:pt x="2912" y="127304"/>
                </a:lnTo>
                <a:cubicBezTo>
                  <a:pt x="-1002" y="123390"/>
                  <a:pt x="-1002" y="117034"/>
                  <a:pt x="2912" y="113121"/>
                </a:cubicBezTo>
                <a:lnTo>
                  <a:pt x="32969" y="83064"/>
                </a:lnTo>
                <a:cubicBezTo>
                  <a:pt x="35849" y="80183"/>
                  <a:pt x="40139" y="79338"/>
                  <a:pt x="43896" y="80903"/>
                </a:cubicBezTo>
                <a:cubicBezTo>
                  <a:pt x="47653" y="82469"/>
                  <a:pt x="50095" y="86132"/>
                  <a:pt x="50095" y="90171"/>
                </a:cubicBezTo>
                <a:lnTo>
                  <a:pt x="50095" y="110209"/>
                </a:lnTo>
                <a:lnTo>
                  <a:pt x="150285" y="110209"/>
                </a:lnTo>
                <a:cubicBezTo>
                  <a:pt x="155827" y="110209"/>
                  <a:pt x="160304" y="114686"/>
                  <a:pt x="160304" y="120228"/>
                </a:cubicBezTo>
                <a:cubicBezTo>
                  <a:pt x="160304" y="125770"/>
                  <a:pt x="155827" y="130247"/>
                  <a:pt x="150285" y="130247"/>
                </a:cubicBezTo>
                <a:lnTo>
                  <a:pt x="50095" y="130247"/>
                </a:lnTo>
                <a:lnTo>
                  <a:pt x="50095" y="150285"/>
                </a:lnTo>
                <a:cubicBezTo>
                  <a:pt x="50095" y="154324"/>
                  <a:pt x="47653" y="157987"/>
                  <a:pt x="43896" y="159552"/>
                </a:cubicBezTo>
                <a:cubicBezTo>
                  <a:pt x="40139" y="161118"/>
                  <a:pt x="35849" y="160241"/>
                  <a:pt x="32969" y="15739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06352" y="1487264"/>
            <a:ext cx="212847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$.ajax as Core Mechanism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3252" y="1932552"/>
            <a:ext cx="6714951" cy="409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2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$.ajax</a:t>
            </a:r>
            <a:r>
              <a:rPr lang="en-US" sz="982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</a:t>
            </a:r>
            <a:r>
              <a:rPr lang="en-US" sz="982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focal mechanism</a:t>
            </a:r>
            <a:r>
              <a:rPr lang="en-US" sz="982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asynchronous communication between frontend and backend. It handles high-risk transactions while maintaining responsive user interfaces.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7705" y="2484710"/>
            <a:ext cx="6643705" cy="1220091"/>
          </a:xfrm>
          <a:custGeom>
            <a:avLst/>
            <a:gdLst/>
            <a:ahLst/>
            <a:cxnLst/>
            <a:rect l="l" t="t" r="r" b="b"/>
            <a:pathLst>
              <a:path w="6643705" h="1220091">
                <a:moveTo>
                  <a:pt x="71241" y="0"/>
                </a:moveTo>
                <a:lnTo>
                  <a:pt x="6572464" y="0"/>
                </a:lnTo>
                <a:cubicBezTo>
                  <a:pt x="6611809" y="0"/>
                  <a:pt x="6643705" y="31896"/>
                  <a:pt x="6643705" y="71241"/>
                </a:cubicBezTo>
                <a:lnTo>
                  <a:pt x="6643705" y="1148849"/>
                </a:lnTo>
                <a:cubicBezTo>
                  <a:pt x="6643705" y="1188195"/>
                  <a:pt x="6611809" y="1220091"/>
                  <a:pt x="6572464" y="1220091"/>
                </a:cubicBezTo>
                <a:lnTo>
                  <a:pt x="71241" y="1220091"/>
                </a:lnTo>
                <a:cubicBezTo>
                  <a:pt x="31896" y="1220091"/>
                  <a:pt x="0" y="1188195"/>
                  <a:pt x="0" y="1148849"/>
                </a:cubicBezTo>
                <a:lnTo>
                  <a:pt x="0" y="71241"/>
                </a:lnTo>
                <a:cubicBezTo>
                  <a:pt x="0" y="31896"/>
                  <a:pt x="31896" y="0"/>
                  <a:pt x="712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650" y="2631655"/>
            <a:ext cx="640324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kern="0" spc="42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8085" y="2898828"/>
            <a:ext cx="71246" cy="142492"/>
          </a:xfrm>
          <a:custGeom>
            <a:avLst/>
            <a:gdLst/>
            <a:ahLst/>
            <a:cxnLst/>
            <a:rect l="l" t="t" r="r" b="b"/>
            <a:pathLst>
              <a:path w="71246" h="142492">
                <a:moveTo>
                  <a:pt x="68769" y="64956"/>
                </a:moveTo>
                <a:cubicBezTo>
                  <a:pt x="72248" y="68435"/>
                  <a:pt x="72248" y="74085"/>
                  <a:pt x="68769" y="77564"/>
                </a:cubicBezTo>
                <a:lnTo>
                  <a:pt x="24240" y="122093"/>
                </a:lnTo>
                <a:cubicBezTo>
                  <a:pt x="20762" y="125571"/>
                  <a:pt x="15112" y="125571"/>
                  <a:pt x="11633" y="122093"/>
                </a:cubicBezTo>
                <a:cubicBezTo>
                  <a:pt x="8154" y="118614"/>
                  <a:pt x="8154" y="112964"/>
                  <a:pt x="11633" y="109485"/>
                </a:cubicBezTo>
                <a:lnTo>
                  <a:pt x="49872" y="71246"/>
                </a:lnTo>
                <a:lnTo>
                  <a:pt x="11661" y="33007"/>
                </a:lnTo>
                <a:cubicBezTo>
                  <a:pt x="8182" y="29528"/>
                  <a:pt x="8182" y="23879"/>
                  <a:pt x="11661" y="20400"/>
                </a:cubicBezTo>
                <a:cubicBezTo>
                  <a:pt x="15140" y="16921"/>
                  <a:pt x="20789" y="16921"/>
                  <a:pt x="24268" y="20400"/>
                </a:cubicBezTo>
                <a:lnTo>
                  <a:pt x="68797" y="6492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3" name="Text 11"/>
          <p:cNvSpPr/>
          <p:nvPr/>
        </p:nvSpPr>
        <p:spPr>
          <a:xfrm>
            <a:off x="979635" y="2881017"/>
            <a:ext cx="22887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payloads directly to backend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8085" y="3148190"/>
            <a:ext cx="71246" cy="142492"/>
          </a:xfrm>
          <a:custGeom>
            <a:avLst/>
            <a:gdLst/>
            <a:ahLst/>
            <a:cxnLst/>
            <a:rect l="l" t="t" r="r" b="b"/>
            <a:pathLst>
              <a:path w="71246" h="142492">
                <a:moveTo>
                  <a:pt x="68769" y="64956"/>
                </a:moveTo>
                <a:cubicBezTo>
                  <a:pt x="72248" y="68435"/>
                  <a:pt x="72248" y="74085"/>
                  <a:pt x="68769" y="77564"/>
                </a:cubicBezTo>
                <a:lnTo>
                  <a:pt x="24240" y="122093"/>
                </a:lnTo>
                <a:cubicBezTo>
                  <a:pt x="20762" y="125571"/>
                  <a:pt x="15112" y="125571"/>
                  <a:pt x="11633" y="122093"/>
                </a:cubicBezTo>
                <a:cubicBezTo>
                  <a:pt x="8154" y="118614"/>
                  <a:pt x="8154" y="112964"/>
                  <a:pt x="11633" y="109485"/>
                </a:cubicBezTo>
                <a:lnTo>
                  <a:pt x="49872" y="71246"/>
                </a:lnTo>
                <a:lnTo>
                  <a:pt x="11661" y="33007"/>
                </a:lnTo>
                <a:cubicBezTo>
                  <a:pt x="8182" y="29528"/>
                  <a:pt x="8182" y="23879"/>
                  <a:pt x="11661" y="20400"/>
                </a:cubicBezTo>
                <a:cubicBezTo>
                  <a:pt x="15140" y="16921"/>
                  <a:pt x="20789" y="16921"/>
                  <a:pt x="24268" y="20400"/>
                </a:cubicBezTo>
                <a:lnTo>
                  <a:pt x="68797" y="6492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5" name="Text 13"/>
          <p:cNvSpPr/>
          <p:nvPr/>
        </p:nvSpPr>
        <p:spPr>
          <a:xfrm>
            <a:off x="979635" y="3130378"/>
            <a:ext cx="23333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Avoids browser reloads during operations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8085" y="3397551"/>
            <a:ext cx="71246" cy="142492"/>
          </a:xfrm>
          <a:custGeom>
            <a:avLst/>
            <a:gdLst/>
            <a:ahLst/>
            <a:cxnLst/>
            <a:rect l="l" t="t" r="r" b="b"/>
            <a:pathLst>
              <a:path w="71246" h="142492">
                <a:moveTo>
                  <a:pt x="68769" y="64956"/>
                </a:moveTo>
                <a:cubicBezTo>
                  <a:pt x="72248" y="68435"/>
                  <a:pt x="72248" y="74085"/>
                  <a:pt x="68769" y="77564"/>
                </a:cubicBezTo>
                <a:lnTo>
                  <a:pt x="24240" y="122093"/>
                </a:lnTo>
                <a:cubicBezTo>
                  <a:pt x="20762" y="125571"/>
                  <a:pt x="15112" y="125571"/>
                  <a:pt x="11633" y="122093"/>
                </a:cubicBezTo>
                <a:cubicBezTo>
                  <a:pt x="8154" y="118614"/>
                  <a:pt x="8154" y="112964"/>
                  <a:pt x="11633" y="109485"/>
                </a:cubicBezTo>
                <a:lnTo>
                  <a:pt x="49872" y="71246"/>
                </a:lnTo>
                <a:lnTo>
                  <a:pt x="11661" y="33007"/>
                </a:lnTo>
                <a:cubicBezTo>
                  <a:pt x="8182" y="29528"/>
                  <a:pt x="8182" y="23879"/>
                  <a:pt x="11661" y="20400"/>
                </a:cubicBezTo>
                <a:cubicBezTo>
                  <a:pt x="15140" y="16921"/>
                  <a:pt x="20789" y="16921"/>
                  <a:pt x="24268" y="20400"/>
                </a:cubicBezTo>
                <a:lnTo>
                  <a:pt x="68797" y="6492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979635" y="3379740"/>
            <a:ext cx="188802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smooth user interaction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0684" y="4043220"/>
            <a:ext cx="7017747" cy="2155196"/>
          </a:xfrm>
          <a:custGeom>
            <a:avLst/>
            <a:gdLst/>
            <a:ahLst/>
            <a:cxnLst/>
            <a:rect l="l" t="t" r="r" b="b"/>
            <a:pathLst>
              <a:path w="7017747" h="2155196">
                <a:moveTo>
                  <a:pt x="106876" y="0"/>
                </a:moveTo>
                <a:lnTo>
                  <a:pt x="6910871" y="0"/>
                </a:lnTo>
                <a:cubicBezTo>
                  <a:pt x="6969897" y="0"/>
                  <a:pt x="7017747" y="47850"/>
                  <a:pt x="7017747" y="106876"/>
                </a:cubicBezTo>
                <a:lnTo>
                  <a:pt x="7017747" y="2048320"/>
                </a:lnTo>
                <a:cubicBezTo>
                  <a:pt x="7017747" y="2107346"/>
                  <a:pt x="6969897" y="2155196"/>
                  <a:pt x="6910871" y="2155196"/>
                </a:cubicBezTo>
                <a:lnTo>
                  <a:pt x="106876" y="2155196"/>
                </a:lnTo>
                <a:cubicBezTo>
                  <a:pt x="47850" y="2155196"/>
                  <a:pt x="0" y="2107346"/>
                  <a:pt x="0" y="2048320"/>
                </a:cubicBezTo>
                <a:lnTo>
                  <a:pt x="0" y="106876"/>
                </a:lnTo>
                <a:cubicBezTo>
                  <a:pt x="0" y="47890"/>
                  <a:pt x="47890" y="0"/>
                  <a:pt x="10687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5535" y="4270317"/>
            <a:ext cx="140266" cy="160304"/>
          </a:xfrm>
          <a:custGeom>
            <a:avLst/>
            <a:gdLst/>
            <a:ahLst/>
            <a:cxnLst/>
            <a:rect l="l" t="t" r="r" b="b"/>
            <a:pathLst>
              <a:path w="140266" h="160304">
                <a:moveTo>
                  <a:pt x="106076" y="-3100"/>
                </a:moveTo>
                <a:cubicBezTo>
                  <a:pt x="109802" y="-407"/>
                  <a:pt x="111180" y="4477"/>
                  <a:pt x="109489" y="8735"/>
                </a:cubicBezTo>
                <a:lnTo>
                  <a:pt x="84942" y="70133"/>
                </a:lnTo>
                <a:lnTo>
                  <a:pt x="130247" y="70133"/>
                </a:lnTo>
                <a:cubicBezTo>
                  <a:pt x="134474" y="70133"/>
                  <a:pt x="138231" y="72763"/>
                  <a:pt x="139671" y="76739"/>
                </a:cubicBezTo>
                <a:cubicBezTo>
                  <a:pt x="141111" y="80716"/>
                  <a:pt x="139890" y="85161"/>
                  <a:pt x="136665" y="87854"/>
                </a:cubicBezTo>
                <a:lnTo>
                  <a:pt x="46494" y="162996"/>
                </a:lnTo>
                <a:cubicBezTo>
                  <a:pt x="42956" y="165940"/>
                  <a:pt x="37916" y="166096"/>
                  <a:pt x="34190" y="163403"/>
                </a:cubicBezTo>
                <a:cubicBezTo>
                  <a:pt x="30464" y="160711"/>
                  <a:pt x="29086" y="155827"/>
                  <a:pt x="30777" y="151569"/>
                </a:cubicBezTo>
                <a:lnTo>
                  <a:pt x="55324" y="90171"/>
                </a:lnTo>
                <a:lnTo>
                  <a:pt x="10019" y="90171"/>
                </a:lnTo>
                <a:cubicBezTo>
                  <a:pt x="5792" y="90171"/>
                  <a:pt x="2035" y="87541"/>
                  <a:pt x="595" y="83565"/>
                </a:cubicBezTo>
                <a:cubicBezTo>
                  <a:pt x="-845" y="79588"/>
                  <a:pt x="376" y="75142"/>
                  <a:pt x="3601" y="72450"/>
                </a:cubicBezTo>
                <a:lnTo>
                  <a:pt x="93772" y="-2693"/>
                </a:lnTo>
                <a:cubicBezTo>
                  <a:pt x="97309" y="-5636"/>
                  <a:pt x="102350" y="-5792"/>
                  <a:pt x="106076" y="-310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0" name="Text 18"/>
          <p:cNvSpPr/>
          <p:nvPr/>
        </p:nvSpPr>
        <p:spPr>
          <a:xfrm>
            <a:off x="748085" y="4225788"/>
            <a:ext cx="6527930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Benefits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705" y="4586472"/>
            <a:ext cx="3259512" cy="659027"/>
          </a:xfrm>
          <a:custGeom>
            <a:avLst/>
            <a:gdLst/>
            <a:ahLst/>
            <a:cxnLst/>
            <a:rect l="l" t="t" r="r" b="b"/>
            <a:pathLst>
              <a:path w="3259512" h="659027">
                <a:moveTo>
                  <a:pt x="71247" y="0"/>
                </a:moveTo>
                <a:lnTo>
                  <a:pt x="3188265" y="0"/>
                </a:lnTo>
                <a:cubicBezTo>
                  <a:pt x="3227587" y="0"/>
                  <a:pt x="3259512" y="31925"/>
                  <a:pt x="3259512" y="71247"/>
                </a:cubicBezTo>
                <a:lnTo>
                  <a:pt x="3259512" y="587780"/>
                </a:lnTo>
                <a:cubicBezTo>
                  <a:pt x="3259512" y="627102"/>
                  <a:pt x="3227587" y="659027"/>
                  <a:pt x="3188265" y="659027"/>
                </a:cubicBezTo>
                <a:lnTo>
                  <a:pt x="71247" y="659027"/>
                </a:lnTo>
                <a:cubicBezTo>
                  <a:pt x="31925" y="659027"/>
                  <a:pt x="0" y="627102"/>
                  <a:pt x="0" y="587780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0351" y="4702247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0" y="89058"/>
                </a:moveTo>
                <a:cubicBezTo>
                  <a:pt x="0" y="39905"/>
                  <a:pt x="39905" y="0"/>
                  <a:pt x="89058" y="0"/>
                </a:cubicBezTo>
                <a:cubicBezTo>
                  <a:pt x="138210" y="0"/>
                  <a:pt x="178115" y="39905"/>
                  <a:pt x="178115" y="89058"/>
                </a:cubicBezTo>
                <a:cubicBezTo>
                  <a:pt x="178115" y="138210"/>
                  <a:pt x="138210" y="178115"/>
                  <a:pt x="89058" y="178115"/>
                </a:cubicBezTo>
                <a:cubicBezTo>
                  <a:pt x="39905" y="178115"/>
                  <a:pt x="0" y="138210"/>
                  <a:pt x="0" y="89058"/>
                </a:cubicBezTo>
                <a:close/>
                <a:moveTo>
                  <a:pt x="100190" y="33397"/>
                </a:moveTo>
                <a:cubicBezTo>
                  <a:pt x="100190" y="27253"/>
                  <a:pt x="95202" y="22264"/>
                  <a:pt x="89058" y="22264"/>
                </a:cubicBezTo>
                <a:cubicBezTo>
                  <a:pt x="82914" y="22264"/>
                  <a:pt x="77925" y="27253"/>
                  <a:pt x="77925" y="33397"/>
                </a:cubicBezTo>
                <a:cubicBezTo>
                  <a:pt x="77925" y="39541"/>
                  <a:pt x="82914" y="44529"/>
                  <a:pt x="89058" y="44529"/>
                </a:cubicBezTo>
                <a:cubicBezTo>
                  <a:pt x="95202" y="44529"/>
                  <a:pt x="100190" y="39541"/>
                  <a:pt x="100190" y="33397"/>
                </a:cubicBezTo>
                <a:close/>
                <a:moveTo>
                  <a:pt x="89058" y="144719"/>
                </a:moveTo>
                <a:cubicBezTo>
                  <a:pt x="101338" y="144719"/>
                  <a:pt x="111322" y="134735"/>
                  <a:pt x="111322" y="122454"/>
                </a:cubicBezTo>
                <a:cubicBezTo>
                  <a:pt x="111322" y="116819"/>
                  <a:pt x="109235" y="111635"/>
                  <a:pt x="105756" y="107739"/>
                </a:cubicBezTo>
                <a:lnTo>
                  <a:pt x="129934" y="59418"/>
                </a:lnTo>
                <a:cubicBezTo>
                  <a:pt x="131986" y="55278"/>
                  <a:pt x="130316" y="50269"/>
                  <a:pt x="126211" y="48216"/>
                </a:cubicBezTo>
                <a:cubicBezTo>
                  <a:pt x="122106" y="46164"/>
                  <a:pt x="117062" y="47834"/>
                  <a:pt x="115010" y="51939"/>
                </a:cubicBezTo>
                <a:lnTo>
                  <a:pt x="90832" y="100259"/>
                </a:lnTo>
                <a:cubicBezTo>
                  <a:pt x="90241" y="100225"/>
                  <a:pt x="89649" y="100190"/>
                  <a:pt x="89058" y="100190"/>
                </a:cubicBezTo>
                <a:cubicBezTo>
                  <a:pt x="76777" y="100190"/>
                  <a:pt x="66793" y="110174"/>
                  <a:pt x="66793" y="122454"/>
                </a:cubicBezTo>
                <a:cubicBezTo>
                  <a:pt x="66793" y="134735"/>
                  <a:pt x="76777" y="144719"/>
                  <a:pt x="89058" y="144719"/>
                </a:cubicBezTo>
                <a:close/>
                <a:moveTo>
                  <a:pt x="61227" y="50095"/>
                </a:moveTo>
                <a:cubicBezTo>
                  <a:pt x="61227" y="43951"/>
                  <a:pt x="56239" y="38963"/>
                  <a:pt x="50095" y="38963"/>
                </a:cubicBezTo>
                <a:cubicBezTo>
                  <a:pt x="43951" y="38963"/>
                  <a:pt x="38963" y="43951"/>
                  <a:pt x="38963" y="50095"/>
                </a:cubicBezTo>
                <a:cubicBezTo>
                  <a:pt x="38963" y="56239"/>
                  <a:pt x="43951" y="61227"/>
                  <a:pt x="50095" y="61227"/>
                </a:cubicBezTo>
                <a:cubicBezTo>
                  <a:pt x="56239" y="61227"/>
                  <a:pt x="61227" y="56239"/>
                  <a:pt x="61227" y="50095"/>
                </a:cubicBezTo>
                <a:close/>
                <a:moveTo>
                  <a:pt x="33397" y="100190"/>
                </a:moveTo>
                <a:cubicBezTo>
                  <a:pt x="39541" y="100190"/>
                  <a:pt x="44529" y="95202"/>
                  <a:pt x="44529" y="89058"/>
                </a:cubicBezTo>
                <a:cubicBezTo>
                  <a:pt x="44529" y="82914"/>
                  <a:pt x="39541" y="77925"/>
                  <a:pt x="33397" y="77925"/>
                </a:cubicBezTo>
                <a:cubicBezTo>
                  <a:pt x="27253" y="77925"/>
                  <a:pt x="22264" y="82914"/>
                  <a:pt x="22264" y="89058"/>
                </a:cubicBezTo>
                <a:cubicBezTo>
                  <a:pt x="22264" y="95202"/>
                  <a:pt x="27253" y="100190"/>
                  <a:pt x="33397" y="100190"/>
                </a:cubicBezTo>
                <a:close/>
                <a:moveTo>
                  <a:pt x="155851" y="89058"/>
                </a:moveTo>
                <a:cubicBezTo>
                  <a:pt x="155851" y="82914"/>
                  <a:pt x="150863" y="77925"/>
                  <a:pt x="144719" y="77925"/>
                </a:cubicBezTo>
                <a:cubicBezTo>
                  <a:pt x="138575" y="77925"/>
                  <a:pt x="133587" y="82914"/>
                  <a:pt x="133587" y="89058"/>
                </a:cubicBezTo>
                <a:cubicBezTo>
                  <a:pt x="133587" y="95202"/>
                  <a:pt x="138575" y="100190"/>
                  <a:pt x="144719" y="100190"/>
                </a:cubicBezTo>
                <a:cubicBezTo>
                  <a:pt x="150863" y="100190"/>
                  <a:pt x="155851" y="95202"/>
                  <a:pt x="155851" y="8905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627857" y="4951608"/>
            <a:ext cx="309920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Page Reloads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26888" y="4586472"/>
            <a:ext cx="3259512" cy="659027"/>
          </a:xfrm>
          <a:custGeom>
            <a:avLst/>
            <a:gdLst/>
            <a:ahLst/>
            <a:cxnLst/>
            <a:rect l="l" t="t" r="r" b="b"/>
            <a:pathLst>
              <a:path w="3259512" h="659027">
                <a:moveTo>
                  <a:pt x="71247" y="0"/>
                </a:moveTo>
                <a:lnTo>
                  <a:pt x="3188265" y="0"/>
                </a:lnTo>
                <a:cubicBezTo>
                  <a:pt x="3227587" y="0"/>
                  <a:pt x="3259512" y="31925"/>
                  <a:pt x="3259512" y="71247"/>
                </a:cubicBezTo>
                <a:lnTo>
                  <a:pt x="3259512" y="587780"/>
                </a:lnTo>
                <a:cubicBezTo>
                  <a:pt x="3259512" y="627102"/>
                  <a:pt x="3227587" y="659027"/>
                  <a:pt x="3188265" y="659027"/>
                </a:cubicBezTo>
                <a:lnTo>
                  <a:pt x="71247" y="659027"/>
                </a:lnTo>
                <a:cubicBezTo>
                  <a:pt x="31925" y="659027"/>
                  <a:pt x="0" y="627102"/>
                  <a:pt x="0" y="587780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402" y="4702247"/>
            <a:ext cx="200380" cy="178115"/>
          </a:xfrm>
          <a:custGeom>
            <a:avLst/>
            <a:gdLst/>
            <a:ahLst/>
            <a:cxnLst/>
            <a:rect l="l" t="t" r="r" b="b"/>
            <a:pathLst>
              <a:path w="200380" h="178115">
                <a:moveTo>
                  <a:pt x="77925" y="2783"/>
                </a:moveTo>
                <a:cubicBezTo>
                  <a:pt x="100966" y="2783"/>
                  <a:pt x="119671" y="21489"/>
                  <a:pt x="119671" y="44529"/>
                </a:cubicBezTo>
                <a:cubicBezTo>
                  <a:pt x="119671" y="67569"/>
                  <a:pt x="100966" y="86275"/>
                  <a:pt x="77925" y="86275"/>
                </a:cubicBezTo>
                <a:cubicBezTo>
                  <a:pt x="54885" y="86275"/>
                  <a:pt x="36180" y="67569"/>
                  <a:pt x="36180" y="44529"/>
                </a:cubicBezTo>
                <a:cubicBezTo>
                  <a:pt x="36180" y="21489"/>
                  <a:pt x="54885" y="2783"/>
                  <a:pt x="77925" y="2783"/>
                </a:cubicBezTo>
                <a:close/>
                <a:moveTo>
                  <a:pt x="67593" y="105756"/>
                </a:moveTo>
                <a:lnTo>
                  <a:pt x="88258" y="105756"/>
                </a:lnTo>
                <a:cubicBezTo>
                  <a:pt x="89614" y="105756"/>
                  <a:pt x="91006" y="105791"/>
                  <a:pt x="92363" y="105895"/>
                </a:cubicBezTo>
                <a:cubicBezTo>
                  <a:pt x="86727" y="115705"/>
                  <a:pt x="83492" y="127046"/>
                  <a:pt x="83492" y="139153"/>
                </a:cubicBezTo>
                <a:cubicBezTo>
                  <a:pt x="83492" y="153694"/>
                  <a:pt x="88153" y="167157"/>
                  <a:pt x="96015" y="178115"/>
                </a:cubicBezTo>
                <a:lnTo>
                  <a:pt x="15898" y="178115"/>
                </a:lnTo>
                <a:cubicBezTo>
                  <a:pt x="10193" y="178115"/>
                  <a:pt x="5566" y="173489"/>
                  <a:pt x="5566" y="167783"/>
                </a:cubicBezTo>
                <a:cubicBezTo>
                  <a:pt x="5566" y="133517"/>
                  <a:pt x="33327" y="105756"/>
                  <a:pt x="67593" y="105756"/>
                </a:cubicBezTo>
                <a:close/>
                <a:moveTo>
                  <a:pt x="100190" y="139153"/>
                </a:moveTo>
                <a:cubicBezTo>
                  <a:pt x="100190" y="111505"/>
                  <a:pt x="122637" y="89058"/>
                  <a:pt x="150285" y="89058"/>
                </a:cubicBezTo>
                <a:cubicBezTo>
                  <a:pt x="177933" y="89058"/>
                  <a:pt x="200380" y="111505"/>
                  <a:pt x="200380" y="139153"/>
                </a:cubicBezTo>
                <a:cubicBezTo>
                  <a:pt x="200380" y="166801"/>
                  <a:pt x="177933" y="189248"/>
                  <a:pt x="150285" y="189248"/>
                </a:cubicBezTo>
                <a:cubicBezTo>
                  <a:pt x="122637" y="189248"/>
                  <a:pt x="100190" y="166801"/>
                  <a:pt x="100190" y="139153"/>
                </a:cubicBezTo>
                <a:close/>
                <a:moveTo>
                  <a:pt x="150285" y="111322"/>
                </a:moveTo>
                <a:cubicBezTo>
                  <a:pt x="147224" y="111322"/>
                  <a:pt x="144719" y="113827"/>
                  <a:pt x="144719" y="116888"/>
                </a:cubicBezTo>
                <a:lnTo>
                  <a:pt x="144719" y="139153"/>
                </a:lnTo>
                <a:cubicBezTo>
                  <a:pt x="144719" y="142214"/>
                  <a:pt x="147224" y="144719"/>
                  <a:pt x="150285" y="144719"/>
                </a:cubicBezTo>
                <a:lnTo>
                  <a:pt x="166983" y="144719"/>
                </a:lnTo>
                <a:cubicBezTo>
                  <a:pt x="170045" y="144719"/>
                  <a:pt x="172549" y="142214"/>
                  <a:pt x="172549" y="139153"/>
                </a:cubicBezTo>
                <a:cubicBezTo>
                  <a:pt x="172549" y="136091"/>
                  <a:pt x="170045" y="133587"/>
                  <a:pt x="166983" y="133587"/>
                </a:cubicBezTo>
                <a:lnTo>
                  <a:pt x="155851" y="133587"/>
                </a:lnTo>
                <a:lnTo>
                  <a:pt x="155851" y="116888"/>
                </a:lnTo>
                <a:cubicBezTo>
                  <a:pt x="155851" y="113827"/>
                  <a:pt x="153346" y="111322"/>
                  <a:pt x="150285" y="11132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6" name="Text 24"/>
          <p:cNvSpPr/>
          <p:nvPr/>
        </p:nvSpPr>
        <p:spPr>
          <a:xfrm>
            <a:off x="4007040" y="4951608"/>
            <a:ext cx="309920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UI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7705" y="5356821"/>
            <a:ext cx="3259512" cy="659027"/>
          </a:xfrm>
          <a:custGeom>
            <a:avLst/>
            <a:gdLst/>
            <a:ahLst/>
            <a:cxnLst/>
            <a:rect l="l" t="t" r="r" b="b"/>
            <a:pathLst>
              <a:path w="3259512" h="659027">
                <a:moveTo>
                  <a:pt x="71247" y="0"/>
                </a:moveTo>
                <a:lnTo>
                  <a:pt x="3188265" y="0"/>
                </a:lnTo>
                <a:cubicBezTo>
                  <a:pt x="3227587" y="0"/>
                  <a:pt x="3259512" y="31925"/>
                  <a:pt x="3259512" y="71247"/>
                </a:cubicBezTo>
                <a:lnTo>
                  <a:pt x="3259512" y="587780"/>
                </a:lnTo>
                <a:cubicBezTo>
                  <a:pt x="3259512" y="627102"/>
                  <a:pt x="3227587" y="659027"/>
                  <a:pt x="3188265" y="659027"/>
                </a:cubicBezTo>
                <a:lnTo>
                  <a:pt x="71247" y="659027"/>
                </a:lnTo>
                <a:cubicBezTo>
                  <a:pt x="31925" y="659027"/>
                  <a:pt x="0" y="627102"/>
                  <a:pt x="0" y="587780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1484" y="5472596"/>
            <a:ext cx="155851" cy="178115"/>
          </a:xfrm>
          <a:custGeom>
            <a:avLst/>
            <a:gdLst/>
            <a:ahLst/>
            <a:cxnLst/>
            <a:rect l="l" t="t" r="r" b="b"/>
            <a:pathLst>
              <a:path w="155851" h="178115">
                <a:moveTo>
                  <a:pt x="22264" y="11132"/>
                </a:moveTo>
                <a:cubicBezTo>
                  <a:pt x="9984" y="11132"/>
                  <a:pt x="0" y="21116"/>
                  <a:pt x="0" y="33397"/>
                </a:cubicBezTo>
                <a:lnTo>
                  <a:pt x="0" y="55661"/>
                </a:lnTo>
                <a:cubicBezTo>
                  <a:pt x="0" y="67941"/>
                  <a:pt x="9984" y="77925"/>
                  <a:pt x="22264" y="77925"/>
                </a:cubicBezTo>
                <a:lnTo>
                  <a:pt x="133587" y="77925"/>
                </a:lnTo>
                <a:cubicBezTo>
                  <a:pt x="145867" y="77925"/>
                  <a:pt x="155851" y="67941"/>
                  <a:pt x="155851" y="55661"/>
                </a:cubicBezTo>
                <a:lnTo>
                  <a:pt x="155851" y="33397"/>
                </a:lnTo>
                <a:cubicBezTo>
                  <a:pt x="155851" y="21116"/>
                  <a:pt x="145867" y="11132"/>
                  <a:pt x="133587" y="11132"/>
                </a:cubicBezTo>
                <a:lnTo>
                  <a:pt x="22264" y="11132"/>
                </a:lnTo>
                <a:close/>
                <a:moveTo>
                  <a:pt x="97407" y="36180"/>
                </a:moveTo>
                <a:cubicBezTo>
                  <a:pt x="102015" y="36180"/>
                  <a:pt x="105756" y="39921"/>
                  <a:pt x="105756" y="44529"/>
                </a:cubicBezTo>
                <a:cubicBezTo>
                  <a:pt x="105756" y="49137"/>
                  <a:pt x="102015" y="52878"/>
                  <a:pt x="97407" y="52878"/>
                </a:cubicBezTo>
                <a:cubicBezTo>
                  <a:pt x="92799" y="52878"/>
                  <a:pt x="89058" y="49137"/>
                  <a:pt x="89058" y="44529"/>
                </a:cubicBezTo>
                <a:cubicBezTo>
                  <a:pt x="89058" y="39921"/>
                  <a:pt x="92799" y="36180"/>
                  <a:pt x="97407" y="36180"/>
                </a:cubicBezTo>
                <a:close/>
                <a:moveTo>
                  <a:pt x="116888" y="44529"/>
                </a:moveTo>
                <a:cubicBezTo>
                  <a:pt x="116888" y="39921"/>
                  <a:pt x="120629" y="36180"/>
                  <a:pt x="125237" y="36180"/>
                </a:cubicBezTo>
                <a:cubicBezTo>
                  <a:pt x="129845" y="36180"/>
                  <a:pt x="133587" y="39921"/>
                  <a:pt x="133587" y="44529"/>
                </a:cubicBezTo>
                <a:cubicBezTo>
                  <a:pt x="133587" y="49137"/>
                  <a:pt x="129845" y="52878"/>
                  <a:pt x="125237" y="52878"/>
                </a:cubicBezTo>
                <a:cubicBezTo>
                  <a:pt x="120629" y="52878"/>
                  <a:pt x="116888" y="49137"/>
                  <a:pt x="116888" y="44529"/>
                </a:cubicBezTo>
                <a:close/>
                <a:moveTo>
                  <a:pt x="22264" y="100190"/>
                </a:moveTo>
                <a:cubicBezTo>
                  <a:pt x="9984" y="100190"/>
                  <a:pt x="0" y="110174"/>
                  <a:pt x="0" y="122454"/>
                </a:cubicBezTo>
                <a:lnTo>
                  <a:pt x="0" y="144719"/>
                </a:lnTo>
                <a:cubicBezTo>
                  <a:pt x="0" y="156999"/>
                  <a:pt x="9984" y="166983"/>
                  <a:pt x="22264" y="166983"/>
                </a:cubicBezTo>
                <a:lnTo>
                  <a:pt x="133587" y="166983"/>
                </a:lnTo>
                <a:cubicBezTo>
                  <a:pt x="145867" y="166983"/>
                  <a:pt x="155851" y="156999"/>
                  <a:pt x="155851" y="144719"/>
                </a:cubicBezTo>
                <a:lnTo>
                  <a:pt x="155851" y="122454"/>
                </a:lnTo>
                <a:cubicBezTo>
                  <a:pt x="155851" y="110174"/>
                  <a:pt x="145867" y="100190"/>
                  <a:pt x="133587" y="100190"/>
                </a:cubicBezTo>
                <a:lnTo>
                  <a:pt x="22264" y="100190"/>
                </a:lnTo>
                <a:close/>
                <a:moveTo>
                  <a:pt x="97407" y="125237"/>
                </a:moveTo>
                <a:cubicBezTo>
                  <a:pt x="102015" y="125237"/>
                  <a:pt x="105756" y="128979"/>
                  <a:pt x="105756" y="133587"/>
                </a:cubicBezTo>
                <a:cubicBezTo>
                  <a:pt x="105756" y="138195"/>
                  <a:pt x="102015" y="141936"/>
                  <a:pt x="97407" y="141936"/>
                </a:cubicBezTo>
                <a:cubicBezTo>
                  <a:pt x="92799" y="141936"/>
                  <a:pt x="89058" y="138195"/>
                  <a:pt x="89058" y="133587"/>
                </a:cubicBezTo>
                <a:cubicBezTo>
                  <a:pt x="89058" y="128979"/>
                  <a:pt x="92799" y="125237"/>
                  <a:pt x="97407" y="125237"/>
                </a:cubicBezTo>
                <a:close/>
                <a:moveTo>
                  <a:pt x="116888" y="133587"/>
                </a:moveTo>
                <a:cubicBezTo>
                  <a:pt x="116888" y="128979"/>
                  <a:pt x="120629" y="125237"/>
                  <a:pt x="125237" y="125237"/>
                </a:cubicBezTo>
                <a:cubicBezTo>
                  <a:pt x="129845" y="125237"/>
                  <a:pt x="133587" y="128979"/>
                  <a:pt x="133587" y="133587"/>
                </a:cubicBezTo>
                <a:cubicBezTo>
                  <a:pt x="133587" y="138195"/>
                  <a:pt x="129845" y="141936"/>
                  <a:pt x="125237" y="141936"/>
                </a:cubicBezTo>
                <a:cubicBezTo>
                  <a:pt x="120629" y="141936"/>
                  <a:pt x="116888" y="138195"/>
                  <a:pt x="116888" y="13358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9" name="Text 27"/>
          <p:cNvSpPr/>
          <p:nvPr/>
        </p:nvSpPr>
        <p:spPr>
          <a:xfrm>
            <a:off x="627857" y="5721958"/>
            <a:ext cx="309920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Partial Updates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26888" y="5356821"/>
            <a:ext cx="3259512" cy="659027"/>
          </a:xfrm>
          <a:custGeom>
            <a:avLst/>
            <a:gdLst/>
            <a:ahLst/>
            <a:cxnLst/>
            <a:rect l="l" t="t" r="r" b="b"/>
            <a:pathLst>
              <a:path w="3259512" h="659027">
                <a:moveTo>
                  <a:pt x="71247" y="0"/>
                </a:moveTo>
                <a:lnTo>
                  <a:pt x="3188265" y="0"/>
                </a:lnTo>
                <a:cubicBezTo>
                  <a:pt x="3227587" y="0"/>
                  <a:pt x="3259512" y="31925"/>
                  <a:pt x="3259512" y="71247"/>
                </a:cubicBezTo>
                <a:lnTo>
                  <a:pt x="3259512" y="587780"/>
                </a:lnTo>
                <a:cubicBezTo>
                  <a:pt x="3259512" y="627102"/>
                  <a:pt x="3227587" y="659027"/>
                  <a:pt x="3188265" y="659027"/>
                </a:cubicBezTo>
                <a:lnTo>
                  <a:pt x="71247" y="659027"/>
                </a:lnTo>
                <a:cubicBezTo>
                  <a:pt x="31925" y="659027"/>
                  <a:pt x="0" y="627102"/>
                  <a:pt x="0" y="587780"/>
                </a:cubicBezTo>
                <a:lnTo>
                  <a:pt x="0" y="71247"/>
                </a:lnTo>
                <a:cubicBezTo>
                  <a:pt x="0" y="31925"/>
                  <a:pt x="31925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69535" y="5472596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89058" y="0"/>
                </a:moveTo>
                <a:cubicBezTo>
                  <a:pt x="90658" y="0"/>
                  <a:pt x="92258" y="348"/>
                  <a:pt x="93719" y="1009"/>
                </a:cubicBezTo>
                <a:lnTo>
                  <a:pt x="159260" y="28805"/>
                </a:lnTo>
                <a:cubicBezTo>
                  <a:pt x="166914" y="32040"/>
                  <a:pt x="172619" y="39589"/>
                  <a:pt x="172584" y="48703"/>
                </a:cubicBezTo>
                <a:cubicBezTo>
                  <a:pt x="172410" y="83213"/>
                  <a:pt x="158217" y="146354"/>
                  <a:pt x="98277" y="175054"/>
                </a:cubicBezTo>
                <a:cubicBezTo>
                  <a:pt x="92467" y="177837"/>
                  <a:pt x="85718" y="177837"/>
                  <a:pt x="79908" y="175054"/>
                </a:cubicBezTo>
                <a:cubicBezTo>
                  <a:pt x="19934" y="146354"/>
                  <a:pt x="5775" y="83213"/>
                  <a:pt x="5601" y="48703"/>
                </a:cubicBezTo>
                <a:cubicBezTo>
                  <a:pt x="5566" y="39589"/>
                  <a:pt x="11271" y="32040"/>
                  <a:pt x="18925" y="28805"/>
                </a:cubicBezTo>
                <a:lnTo>
                  <a:pt x="84431" y="1009"/>
                </a:lnTo>
                <a:cubicBezTo>
                  <a:pt x="85892" y="348"/>
                  <a:pt x="87457" y="0"/>
                  <a:pt x="89058" y="0"/>
                </a:cubicBezTo>
                <a:close/>
                <a:moveTo>
                  <a:pt x="89058" y="23238"/>
                </a:moveTo>
                <a:lnTo>
                  <a:pt x="89058" y="154773"/>
                </a:lnTo>
                <a:cubicBezTo>
                  <a:pt x="137065" y="131534"/>
                  <a:pt x="149972" y="80048"/>
                  <a:pt x="150285" y="49225"/>
                </a:cubicBezTo>
                <a:lnTo>
                  <a:pt x="89058" y="23273"/>
                </a:lnTo>
                <a:lnTo>
                  <a:pt x="89058" y="23273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2" name="Text 30"/>
          <p:cNvSpPr/>
          <p:nvPr/>
        </p:nvSpPr>
        <p:spPr>
          <a:xfrm>
            <a:off x="4007040" y="5721958"/>
            <a:ext cx="309920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78811" y="112620"/>
            <a:ext cx="4265864" cy="4034314"/>
          </a:xfrm>
          <a:custGeom>
            <a:avLst/>
            <a:gdLst/>
            <a:ahLst/>
            <a:cxnLst/>
            <a:rect l="l" t="t" r="r" b="b"/>
            <a:pathLst>
              <a:path w="4265864" h="4034314">
                <a:moveTo>
                  <a:pt x="106869" y="0"/>
                </a:moveTo>
                <a:lnTo>
                  <a:pt x="4158995" y="0"/>
                </a:lnTo>
                <a:cubicBezTo>
                  <a:pt x="4218017" y="0"/>
                  <a:pt x="4265864" y="47847"/>
                  <a:pt x="4265864" y="106869"/>
                </a:cubicBezTo>
                <a:lnTo>
                  <a:pt x="4265864" y="3927445"/>
                </a:lnTo>
                <a:cubicBezTo>
                  <a:pt x="4265864" y="3986467"/>
                  <a:pt x="4218017" y="4034314"/>
                  <a:pt x="4158995" y="4034314"/>
                </a:cubicBezTo>
                <a:lnTo>
                  <a:pt x="106869" y="4034314"/>
                </a:lnTo>
                <a:cubicBezTo>
                  <a:pt x="47847" y="4034314"/>
                  <a:pt x="0" y="3986467"/>
                  <a:pt x="0" y="3927445"/>
                </a:cubicBezTo>
                <a:lnTo>
                  <a:pt x="0" y="106869"/>
                </a:lnTo>
                <a:cubicBezTo>
                  <a:pt x="0" y="47886"/>
                  <a:pt x="47886" y="0"/>
                  <a:pt x="106869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69241" y="298993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0" y="25047"/>
                </a:moveTo>
                <a:cubicBezTo>
                  <a:pt x="0" y="16751"/>
                  <a:pt x="6732" y="10019"/>
                  <a:pt x="15028" y="10019"/>
                </a:cubicBezTo>
                <a:lnTo>
                  <a:pt x="45085" y="10019"/>
                </a:lnTo>
                <a:cubicBezTo>
                  <a:pt x="53382" y="10019"/>
                  <a:pt x="60114" y="16751"/>
                  <a:pt x="60114" y="25047"/>
                </a:cubicBezTo>
                <a:lnTo>
                  <a:pt x="60114" y="30057"/>
                </a:lnTo>
                <a:lnTo>
                  <a:pt x="100190" y="30057"/>
                </a:lnTo>
                <a:lnTo>
                  <a:pt x="100190" y="25047"/>
                </a:lnTo>
                <a:cubicBezTo>
                  <a:pt x="100190" y="16751"/>
                  <a:pt x="106921" y="10019"/>
                  <a:pt x="115218" y="10019"/>
                </a:cubicBezTo>
                <a:lnTo>
                  <a:pt x="145275" y="10019"/>
                </a:lnTo>
                <a:cubicBezTo>
                  <a:pt x="153572" y="10019"/>
                  <a:pt x="160304" y="16751"/>
                  <a:pt x="160304" y="25047"/>
                </a:cubicBezTo>
                <a:lnTo>
                  <a:pt x="160304" y="55104"/>
                </a:lnTo>
                <a:cubicBezTo>
                  <a:pt x="160304" y="63401"/>
                  <a:pt x="153572" y="70133"/>
                  <a:pt x="145275" y="70133"/>
                </a:cubicBezTo>
                <a:lnTo>
                  <a:pt x="115218" y="70133"/>
                </a:lnTo>
                <a:cubicBezTo>
                  <a:pt x="106921" y="70133"/>
                  <a:pt x="100190" y="63401"/>
                  <a:pt x="100190" y="55104"/>
                </a:cubicBezTo>
                <a:lnTo>
                  <a:pt x="100190" y="50095"/>
                </a:lnTo>
                <a:lnTo>
                  <a:pt x="60114" y="50095"/>
                </a:lnTo>
                <a:lnTo>
                  <a:pt x="60114" y="55104"/>
                </a:lnTo>
                <a:cubicBezTo>
                  <a:pt x="60114" y="57390"/>
                  <a:pt x="59582" y="59582"/>
                  <a:pt x="58674" y="61523"/>
                </a:cubicBezTo>
                <a:lnTo>
                  <a:pt x="80152" y="90171"/>
                </a:lnTo>
                <a:lnTo>
                  <a:pt x="105199" y="90171"/>
                </a:lnTo>
                <a:cubicBezTo>
                  <a:pt x="113496" y="90171"/>
                  <a:pt x="120228" y="96902"/>
                  <a:pt x="120228" y="105199"/>
                </a:cubicBezTo>
                <a:lnTo>
                  <a:pt x="120228" y="135256"/>
                </a:lnTo>
                <a:cubicBezTo>
                  <a:pt x="120228" y="143553"/>
                  <a:pt x="113496" y="150285"/>
                  <a:pt x="105199" y="150285"/>
                </a:cubicBezTo>
                <a:lnTo>
                  <a:pt x="75142" y="150285"/>
                </a:lnTo>
                <a:cubicBezTo>
                  <a:pt x="66845" y="150285"/>
                  <a:pt x="60114" y="143553"/>
                  <a:pt x="60114" y="135256"/>
                </a:cubicBezTo>
                <a:lnTo>
                  <a:pt x="60114" y="105199"/>
                </a:lnTo>
                <a:cubicBezTo>
                  <a:pt x="60114" y="102914"/>
                  <a:pt x="60646" y="100722"/>
                  <a:pt x="61554" y="98781"/>
                </a:cubicBezTo>
                <a:lnTo>
                  <a:pt x="40076" y="70133"/>
                </a:lnTo>
                <a:lnTo>
                  <a:pt x="15028" y="70133"/>
                </a:lnTo>
                <a:cubicBezTo>
                  <a:pt x="6732" y="70133"/>
                  <a:pt x="0" y="63401"/>
                  <a:pt x="0" y="55104"/>
                </a:cubicBezTo>
                <a:lnTo>
                  <a:pt x="0" y="25047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5" name="Text 33"/>
          <p:cNvSpPr/>
          <p:nvPr/>
        </p:nvSpPr>
        <p:spPr>
          <a:xfrm>
            <a:off x="7951810" y="254464"/>
            <a:ext cx="3776047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Request/Response Flow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51430" y="713111"/>
            <a:ext cx="418571" cy="418571"/>
          </a:xfrm>
          <a:custGeom>
            <a:avLst/>
            <a:gdLst/>
            <a:ahLst/>
            <a:cxnLst/>
            <a:rect l="l" t="t" r="r" b="b"/>
            <a:pathLst>
              <a:path w="418571" h="418571">
                <a:moveTo>
                  <a:pt x="71245" y="0"/>
                </a:moveTo>
                <a:lnTo>
                  <a:pt x="347326" y="0"/>
                </a:lnTo>
                <a:cubicBezTo>
                  <a:pt x="386674" y="0"/>
                  <a:pt x="418571" y="31897"/>
                  <a:pt x="418571" y="71245"/>
                </a:cubicBezTo>
                <a:lnTo>
                  <a:pt x="418571" y="347326"/>
                </a:lnTo>
                <a:cubicBezTo>
                  <a:pt x="418571" y="386674"/>
                  <a:pt x="386674" y="418571"/>
                  <a:pt x="347326" y="418571"/>
                </a:cubicBezTo>
                <a:lnTo>
                  <a:pt x="71245" y="418571"/>
                </a:lnTo>
                <a:cubicBezTo>
                  <a:pt x="31897" y="418571"/>
                  <a:pt x="0" y="386674"/>
                  <a:pt x="0" y="347326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98375" y="851151"/>
            <a:ext cx="124681" cy="142492"/>
          </a:xfrm>
          <a:custGeom>
            <a:avLst/>
            <a:gdLst/>
            <a:ahLst/>
            <a:cxnLst/>
            <a:rect l="l" t="t" r="r" b="b"/>
            <a:pathLst>
              <a:path w="124681" h="142492">
                <a:moveTo>
                  <a:pt x="21513" y="696"/>
                </a:moveTo>
                <a:cubicBezTo>
                  <a:pt x="23767" y="-445"/>
                  <a:pt x="26495" y="-195"/>
                  <a:pt x="28498" y="1336"/>
                </a:cubicBezTo>
                <a:lnTo>
                  <a:pt x="117556" y="68101"/>
                </a:lnTo>
                <a:cubicBezTo>
                  <a:pt x="119866" y="69827"/>
                  <a:pt x="120785" y="72833"/>
                  <a:pt x="119894" y="75560"/>
                </a:cubicBezTo>
                <a:cubicBezTo>
                  <a:pt x="119003" y="78287"/>
                  <a:pt x="116443" y="80124"/>
                  <a:pt x="113549" y="80124"/>
                </a:cubicBezTo>
                <a:lnTo>
                  <a:pt x="71163" y="80124"/>
                </a:lnTo>
                <a:lnTo>
                  <a:pt x="95904" y="129579"/>
                </a:lnTo>
                <a:cubicBezTo>
                  <a:pt x="98103" y="133976"/>
                  <a:pt x="96321" y="139320"/>
                  <a:pt x="91924" y="141518"/>
                </a:cubicBezTo>
                <a:cubicBezTo>
                  <a:pt x="87527" y="143717"/>
                  <a:pt x="82184" y="141936"/>
                  <a:pt x="79985" y="137538"/>
                </a:cubicBezTo>
                <a:lnTo>
                  <a:pt x="55244" y="88084"/>
                </a:lnTo>
                <a:lnTo>
                  <a:pt x="29834" y="121981"/>
                </a:lnTo>
                <a:cubicBezTo>
                  <a:pt x="28109" y="124291"/>
                  <a:pt x="25103" y="125210"/>
                  <a:pt x="22376" y="124319"/>
                </a:cubicBezTo>
                <a:cubicBezTo>
                  <a:pt x="19648" y="123428"/>
                  <a:pt x="17812" y="120868"/>
                  <a:pt x="17812" y="118001"/>
                </a:cubicBezTo>
                <a:lnTo>
                  <a:pt x="17812" y="6679"/>
                </a:lnTo>
                <a:cubicBezTo>
                  <a:pt x="17812" y="4147"/>
                  <a:pt x="19231" y="1837"/>
                  <a:pt x="21513" y="69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8" name="Shape 36"/>
          <p:cNvSpPr/>
          <p:nvPr/>
        </p:nvSpPr>
        <p:spPr>
          <a:xfrm>
            <a:off x="8321399" y="650771"/>
            <a:ext cx="3321852" cy="543252"/>
          </a:xfrm>
          <a:custGeom>
            <a:avLst/>
            <a:gdLst/>
            <a:ahLst/>
            <a:cxnLst/>
            <a:rect l="l" t="t" r="r" b="b"/>
            <a:pathLst>
              <a:path w="3321852" h="543252">
                <a:moveTo>
                  <a:pt x="71248" y="0"/>
                </a:moveTo>
                <a:lnTo>
                  <a:pt x="3250605" y="0"/>
                </a:lnTo>
                <a:cubicBezTo>
                  <a:pt x="3289954" y="0"/>
                  <a:pt x="3321852" y="31899"/>
                  <a:pt x="3321852" y="71248"/>
                </a:cubicBezTo>
                <a:lnTo>
                  <a:pt x="3321852" y="472005"/>
                </a:lnTo>
                <a:cubicBezTo>
                  <a:pt x="3321852" y="511353"/>
                  <a:pt x="3289954" y="543252"/>
                  <a:pt x="3250605" y="543252"/>
                </a:cubicBezTo>
                <a:lnTo>
                  <a:pt x="71248" y="543252"/>
                </a:lnTo>
                <a:cubicBezTo>
                  <a:pt x="31899" y="543252"/>
                  <a:pt x="0" y="511353"/>
                  <a:pt x="0" y="472005"/>
                </a:cubicBezTo>
                <a:lnTo>
                  <a:pt x="0" y="71248"/>
                </a:lnTo>
                <a:cubicBezTo>
                  <a:pt x="0" y="31899"/>
                  <a:pt x="31899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2721" y="762093"/>
            <a:ext cx="316154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32721" y="940208"/>
            <a:ext cx="31526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triggers JavaScript event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43906" y="1305345"/>
            <a:ext cx="106869" cy="142492"/>
          </a:xfrm>
          <a:custGeom>
            <a:avLst/>
            <a:gdLst/>
            <a:ahLst/>
            <a:cxnLst/>
            <a:rect l="l" t="t" r="r" b="b"/>
            <a:pathLst>
              <a:path w="106869" h="142492">
                <a:moveTo>
                  <a:pt x="47145" y="139876"/>
                </a:moveTo>
                <a:cubicBezTo>
                  <a:pt x="50624" y="143355"/>
                  <a:pt x="56273" y="143355"/>
                  <a:pt x="59752" y="139876"/>
                </a:cubicBezTo>
                <a:lnTo>
                  <a:pt x="104281" y="95347"/>
                </a:lnTo>
                <a:cubicBezTo>
                  <a:pt x="107760" y="91869"/>
                  <a:pt x="107760" y="86219"/>
                  <a:pt x="104281" y="82740"/>
                </a:cubicBezTo>
                <a:cubicBezTo>
                  <a:pt x="100802" y="79261"/>
                  <a:pt x="95153" y="79261"/>
                  <a:pt x="91674" y="82740"/>
                </a:cubicBezTo>
                <a:lnTo>
                  <a:pt x="62340" y="112074"/>
                </a:lnTo>
                <a:lnTo>
                  <a:pt x="62340" y="8906"/>
                </a:lnTo>
                <a:cubicBezTo>
                  <a:pt x="62340" y="3980"/>
                  <a:pt x="58361" y="0"/>
                  <a:pt x="53435" y="0"/>
                </a:cubicBezTo>
                <a:cubicBezTo>
                  <a:pt x="48509" y="0"/>
                  <a:pt x="44529" y="3980"/>
                  <a:pt x="44529" y="8906"/>
                </a:cubicBezTo>
                <a:lnTo>
                  <a:pt x="44529" y="112074"/>
                </a:lnTo>
                <a:lnTo>
                  <a:pt x="15195" y="82740"/>
                </a:lnTo>
                <a:cubicBezTo>
                  <a:pt x="11717" y="79261"/>
                  <a:pt x="6067" y="79261"/>
                  <a:pt x="2588" y="82740"/>
                </a:cubicBezTo>
                <a:cubicBezTo>
                  <a:pt x="-891" y="86219"/>
                  <a:pt x="-891" y="91869"/>
                  <a:pt x="2588" y="95347"/>
                </a:cubicBezTo>
                <a:lnTo>
                  <a:pt x="47117" y="139876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751430" y="1621500"/>
            <a:ext cx="418571" cy="418571"/>
          </a:xfrm>
          <a:custGeom>
            <a:avLst/>
            <a:gdLst/>
            <a:ahLst/>
            <a:cxnLst/>
            <a:rect l="l" t="t" r="r" b="b"/>
            <a:pathLst>
              <a:path w="418571" h="418571">
                <a:moveTo>
                  <a:pt x="71245" y="0"/>
                </a:moveTo>
                <a:lnTo>
                  <a:pt x="347326" y="0"/>
                </a:lnTo>
                <a:cubicBezTo>
                  <a:pt x="386674" y="0"/>
                  <a:pt x="418571" y="31897"/>
                  <a:pt x="418571" y="71245"/>
                </a:cubicBezTo>
                <a:lnTo>
                  <a:pt x="418571" y="347326"/>
                </a:lnTo>
                <a:cubicBezTo>
                  <a:pt x="418571" y="386674"/>
                  <a:pt x="386674" y="418571"/>
                  <a:pt x="347326" y="418571"/>
                </a:cubicBezTo>
                <a:lnTo>
                  <a:pt x="71245" y="418571"/>
                </a:lnTo>
                <a:cubicBezTo>
                  <a:pt x="31897" y="418571"/>
                  <a:pt x="0" y="386674"/>
                  <a:pt x="0" y="347326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0563" y="1759539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149283" y="-7319"/>
                </a:moveTo>
                <a:cubicBezTo>
                  <a:pt x="152010" y="-8293"/>
                  <a:pt x="155016" y="-7598"/>
                  <a:pt x="157076" y="-5566"/>
                </a:cubicBezTo>
                <a:cubicBezTo>
                  <a:pt x="159135" y="-3534"/>
                  <a:pt x="159803" y="-501"/>
                  <a:pt x="158829" y="2226"/>
                </a:cubicBezTo>
                <a:lnTo>
                  <a:pt x="109291" y="140516"/>
                </a:lnTo>
                <a:cubicBezTo>
                  <a:pt x="107899" y="144385"/>
                  <a:pt x="104253" y="146945"/>
                  <a:pt x="100162" y="146945"/>
                </a:cubicBezTo>
                <a:cubicBezTo>
                  <a:pt x="96210" y="146945"/>
                  <a:pt x="92648" y="144552"/>
                  <a:pt x="91173" y="140906"/>
                </a:cubicBezTo>
                <a:lnTo>
                  <a:pt x="73306" y="96934"/>
                </a:lnTo>
                <a:cubicBezTo>
                  <a:pt x="72053" y="93872"/>
                  <a:pt x="72610" y="90366"/>
                  <a:pt x="74753" y="87861"/>
                </a:cubicBezTo>
                <a:lnTo>
                  <a:pt x="101053" y="56579"/>
                </a:lnTo>
                <a:cubicBezTo>
                  <a:pt x="102472" y="54882"/>
                  <a:pt x="102361" y="52405"/>
                  <a:pt x="100802" y="50846"/>
                </a:cubicBezTo>
                <a:cubicBezTo>
                  <a:pt x="99244" y="49288"/>
                  <a:pt x="96739" y="49177"/>
                  <a:pt x="95069" y="50596"/>
                </a:cubicBezTo>
                <a:lnTo>
                  <a:pt x="63788" y="76840"/>
                </a:lnTo>
                <a:cubicBezTo>
                  <a:pt x="61255" y="78955"/>
                  <a:pt x="57776" y="79512"/>
                  <a:pt x="54715" y="78287"/>
                </a:cubicBezTo>
                <a:lnTo>
                  <a:pt x="10603" y="60337"/>
                </a:lnTo>
                <a:cubicBezTo>
                  <a:pt x="6958" y="58862"/>
                  <a:pt x="4564" y="55299"/>
                  <a:pt x="4564" y="51347"/>
                </a:cubicBezTo>
                <a:cubicBezTo>
                  <a:pt x="4564" y="47256"/>
                  <a:pt x="7125" y="43610"/>
                  <a:pt x="10993" y="42219"/>
                </a:cubicBezTo>
                <a:lnTo>
                  <a:pt x="149283" y="-731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4" name="Shape 42"/>
          <p:cNvSpPr/>
          <p:nvPr/>
        </p:nvSpPr>
        <p:spPr>
          <a:xfrm>
            <a:off x="8321399" y="1559159"/>
            <a:ext cx="3321852" cy="543252"/>
          </a:xfrm>
          <a:custGeom>
            <a:avLst/>
            <a:gdLst/>
            <a:ahLst/>
            <a:cxnLst/>
            <a:rect l="l" t="t" r="r" b="b"/>
            <a:pathLst>
              <a:path w="3321852" h="543252">
                <a:moveTo>
                  <a:pt x="71248" y="0"/>
                </a:moveTo>
                <a:lnTo>
                  <a:pt x="3250605" y="0"/>
                </a:lnTo>
                <a:cubicBezTo>
                  <a:pt x="3289954" y="0"/>
                  <a:pt x="3321852" y="31899"/>
                  <a:pt x="3321852" y="71248"/>
                </a:cubicBezTo>
                <a:lnTo>
                  <a:pt x="3321852" y="472005"/>
                </a:lnTo>
                <a:cubicBezTo>
                  <a:pt x="3321852" y="511353"/>
                  <a:pt x="3289954" y="543252"/>
                  <a:pt x="3250605" y="543252"/>
                </a:cubicBezTo>
                <a:lnTo>
                  <a:pt x="71248" y="543252"/>
                </a:lnTo>
                <a:cubicBezTo>
                  <a:pt x="31899" y="543252"/>
                  <a:pt x="0" y="511353"/>
                  <a:pt x="0" y="472005"/>
                </a:cubicBezTo>
                <a:lnTo>
                  <a:pt x="0" y="71248"/>
                </a:lnTo>
                <a:cubicBezTo>
                  <a:pt x="0" y="31899"/>
                  <a:pt x="31899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2721" y="1670482"/>
            <a:ext cx="316154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$.ajax Request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32721" y="1848597"/>
            <a:ext cx="31526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POST to API endpoint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643906" y="2213734"/>
            <a:ext cx="106869" cy="142492"/>
          </a:xfrm>
          <a:custGeom>
            <a:avLst/>
            <a:gdLst/>
            <a:ahLst/>
            <a:cxnLst/>
            <a:rect l="l" t="t" r="r" b="b"/>
            <a:pathLst>
              <a:path w="106869" h="142492">
                <a:moveTo>
                  <a:pt x="47145" y="139876"/>
                </a:moveTo>
                <a:cubicBezTo>
                  <a:pt x="50624" y="143355"/>
                  <a:pt x="56273" y="143355"/>
                  <a:pt x="59752" y="139876"/>
                </a:cubicBezTo>
                <a:lnTo>
                  <a:pt x="104281" y="95347"/>
                </a:lnTo>
                <a:cubicBezTo>
                  <a:pt x="107760" y="91869"/>
                  <a:pt x="107760" y="86219"/>
                  <a:pt x="104281" y="82740"/>
                </a:cubicBezTo>
                <a:cubicBezTo>
                  <a:pt x="100802" y="79261"/>
                  <a:pt x="95153" y="79261"/>
                  <a:pt x="91674" y="82740"/>
                </a:cubicBezTo>
                <a:lnTo>
                  <a:pt x="62340" y="112074"/>
                </a:lnTo>
                <a:lnTo>
                  <a:pt x="62340" y="8906"/>
                </a:lnTo>
                <a:cubicBezTo>
                  <a:pt x="62340" y="3980"/>
                  <a:pt x="58361" y="0"/>
                  <a:pt x="53435" y="0"/>
                </a:cubicBezTo>
                <a:cubicBezTo>
                  <a:pt x="48509" y="0"/>
                  <a:pt x="44529" y="3980"/>
                  <a:pt x="44529" y="8906"/>
                </a:cubicBezTo>
                <a:lnTo>
                  <a:pt x="44529" y="112074"/>
                </a:lnTo>
                <a:lnTo>
                  <a:pt x="15195" y="82740"/>
                </a:lnTo>
                <a:cubicBezTo>
                  <a:pt x="11717" y="79261"/>
                  <a:pt x="6067" y="79261"/>
                  <a:pt x="2588" y="82740"/>
                </a:cubicBezTo>
                <a:cubicBezTo>
                  <a:pt x="-891" y="86219"/>
                  <a:pt x="-891" y="91869"/>
                  <a:pt x="2588" y="95347"/>
                </a:cubicBezTo>
                <a:lnTo>
                  <a:pt x="47117" y="139876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751430" y="2529888"/>
            <a:ext cx="418571" cy="418571"/>
          </a:xfrm>
          <a:custGeom>
            <a:avLst/>
            <a:gdLst/>
            <a:ahLst/>
            <a:cxnLst/>
            <a:rect l="l" t="t" r="r" b="b"/>
            <a:pathLst>
              <a:path w="418571" h="418571">
                <a:moveTo>
                  <a:pt x="71245" y="0"/>
                </a:moveTo>
                <a:lnTo>
                  <a:pt x="347326" y="0"/>
                </a:lnTo>
                <a:cubicBezTo>
                  <a:pt x="386674" y="0"/>
                  <a:pt x="418571" y="31897"/>
                  <a:pt x="418571" y="71245"/>
                </a:cubicBezTo>
                <a:lnTo>
                  <a:pt x="418571" y="347326"/>
                </a:lnTo>
                <a:cubicBezTo>
                  <a:pt x="418571" y="386674"/>
                  <a:pt x="386674" y="418571"/>
                  <a:pt x="347326" y="418571"/>
                </a:cubicBezTo>
                <a:lnTo>
                  <a:pt x="71245" y="418571"/>
                </a:lnTo>
                <a:cubicBezTo>
                  <a:pt x="31897" y="418571"/>
                  <a:pt x="0" y="386674"/>
                  <a:pt x="0" y="347326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71658" y="2667928"/>
            <a:ext cx="178115" cy="142492"/>
          </a:xfrm>
          <a:custGeom>
            <a:avLst/>
            <a:gdLst/>
            <a:ahLst/>
            <a:cxnLst/>
            <a:rect l="l" t="t" r="r" b="b"/>
            <a:pathLst>
              <a:path w="178115" h="142492">
                <a:moveTo>
                  <a:pt x="115747" y="58583"/>
                </a:moveTo>
                <a:cubicBezTo>
                  <a:pt x="119143" y="57665"/>
                  <a:pt x="122705" y="59279"/>
                  <a:pt x="124236" y="62424"/>
                </a:cubicBezTo>
                <a:lnTo>
                  <a:pt x="129412" y="72888"/>
                </a:lnTo>
                <a:cubicBezTo>
                  <a:pt x="132279" y="73278"/>
                  <a:pt x="135089" y="74057"/>
                  <a:pt x="137733" y="75142"/>
                </a:cubicBezTo>
                <a:lnTo>
                  <a:pt x="147474" y="68658"/>
                </a:lnTo>
                <a:cubicBezTo>
                  <a:pt x="150396" y="66710"/>
                  <a:pt x="154265" y="67099"/>
                  <a:pt x="156742" y="69576"/>
                </a:cubicBezTo>
                <a:lnTo>
                  <a:pt x="162085" y="74920"/>
                </a:lnTo>
                <a:cubicBezTo>
                  <a:pt x="164562" y="77397"/>
                  <a:pt x="164952" y="81293"/>
                  <a:pt x="163003" y="84187"/>
                </a:cubicBezTo>
                <a:lnTo>
                  <a:pt x="156519" y="93900"/>
                </a:lnTo>
                <a:cubicBezTo>
                  <a:pt x="157048" y="95208"/>
                  <a:pt x="157521" y="96572"/>
                  <a:pt x="157910" y="97991"/>
                </a:cubicBezTo>
                <a:cubicBezTo>
                  <a:pt x="158300" y="99411"/>
                  <a:pt x="158551" y="100802"/>
                  <a:pt x="158745" y="102222"/>
                </a:cubicBezTo>
                <a:lnTo>
                  <a:pt x="169237" y="107398"/>
                </a:lnTo>
                <a:cubicBezTo>
                  <a:pt x="172382" y="108957"/>
                  <a:pt x="173996" y="112519"/>
                  <a:pt x="173078" y="115886"/>
                </a:cubicBezTo>
                <a:lnTo>
                  <a:pt x="171130" y="123178"/>
                </a:lnTo>
                <a:cubicBezTo>
                  <a:pt x="170212" y="126545"/>
                  <a:pt x="167067" y="128828"/>
                  <a:pt x="163560" y="128605"/>
                </a:cubicBezTo>
                <a:lnTo>
                  <a:pt x="151871" y="127853"/>
                </a:lnTo>
                <a:cubicBezTo>
                  <a:pt x="150118" y="130108"/>
                  <a:pt x="148086" y="132195"/>
                  <a:pt x="145776" y="133976"/>
                </a:cubicBezTo>
                <a:lnTo>
                  <a:pt x="146528" y="145637"/>
                </a:lnTo>
                <a:cubicBezTo>
                  <a:pt x="146750" y="149144"/>
                  <a:pt x="144468" y="152317"/>
                  <a:pt x="141101" y="153207"/>
                </a:cubicBezTo>
                <a:lnTo>
                  <a:pt x="133809" y="155155"/>
                </a:lnTo>
                <a:cubicBezTo>
                  <a:pt x="130414" y="156074"/>
                  <a:pt x="126879" y="154459"/>
                  <a:pt x="125321" y="151315"/>
                </a:cubicBezTo>
                <a:lnTo>
                  <a:pt x="120144" y="140850"/>
                </a:lnTo>
                <a:cubicBezTo>
                  <a:pt x="117278" y="140461"/>
                  <a:pt x="114467" y="139681"/>
                  <a:pt x="111823" y="138596"/>
                </a:cubicBezTo>
                <a:lnTo>
                  <a:pt x="102082" y="145081"/>
                </a:lnTo>
                <a:cubicBezTo>
                  <a:pt x="99160" y="147029"/>
                  <a:pt x="95292" y="146639"/>
                  <a:pt x="92815" y="144162"/>
                </a:cubicBezTo>
                <a:lnTo>
                  <a:pt x="87471" y="138819"/>
                </a:lnTo>
                <a:cubicBezTo>
                  <a:pt x="84994" y="136342"/>
                  <a:pt x="84605" y="132473"/>
                  <a:pt x="86553" y="129551"/>
                </a:cubicBezTo>
                <a:lnTo>
                  <a:pt x="93037" y="119810"/>
                </a:lnTo>
                <a:cubicBezTo>
                  <a:pt x="92509" y="118502"/>
                  <a:pt x="92036" y="117139"/>
                  <a:pt x="91646" y="115719"/>
                </a:cubicBezTo>
                <a:cubicBezTo>
                  <a:pt x="91256" y="114300"/>
                  <a:pt x="91006" y="112881"/>
                  <a:pt x="90811" y="111489"/>
                </a:cubicBezTo>
                <a:lnTo>
                  <a:pt x="80319" y="106313"/>
                </a:lnTo>
                <a:cubicBezTo>
                  <a:pt x="77174" y="104754"/>
                  <a:pt x="75588" y="101192"/>
                  <a:pt x="76478" y="97824"/>
                </a:cubicBezTo>
                <a:lnTo>
                  <a:pt x="78426" y="90533"/>
                </a:lnTo>
                <a:cubicBezTo>
                  <a:pt x="79345" y="87165"/>
                  <a:pt x="82490" y="84883"/>
                  <a:pt x="85996" y="85106"/>
                </a:cubicBezTo>
                <a:lnTo>
                  <a:pt x="97657" y="85857"/>
                </a:lnTo>
                <a:cubicBezTo>
                  <a:pt x="99411" y="83603"/>
                  <a:pt x="101442" y="81516"/>
                  <a:pt x="103752" y="79734"/>
                </a:cubicBezTo>
                <a:lnTo>
                  <a:pt x="103001" y="68101"/>
                </a:lnTo>
                <a:cubicBezTo>
                  <a:pt x="102778" y="64595"/>
                  <a:pt x="105060" y="61422"/>
                  <a:pt x="108428" y="60531"/>
                </a:cubicBezTo>
                <a:lnTo>
                  <a:pt x="115719" y="58583"/>
                </a:lnTo>
                <a:close/>
                <a:moveTo>
                  <a:pt x="124792" y="94624"/>
                </a:moveTo>
                <a:cubicBezTo>
                  <a:pt x="118034" y="94631"/>
                  <a:pt x="112553" y="100125"/>
                  <a:pt x="112561" y="106883"/>
                </a:cubicBezTo>
                <a:cubicBezTo>
                  <a:pt x="112568" y="113642"/>
                  <a:pt x="118062" y="119122"/>
                  <a:pt x="124820" y="119115"/>
                </a:cubicBezTo>
                <a:cubicBezTo>
                  <a:pt x="131578" y="119107"/>
                  <a:pt x="137059" y="113614"/>
                  <a:pt x="137051" y="106855"/>
                </a:cubicBezTo>
                <a:cubicBezTo>
                  <a:pt x="137044" y="100097"/>
                  <a:pt x="131551" y="94616"/>
                  <a:pt x="124792" y="94624"/>
                </a:cubicBezTo>
                <a:close/>
                <a:moveTo>
                  <a:pt x="62591" y="-12663"/>
                </a:moveTo>
                <a:lnTo>
                  <a:pt x="69882" y="-10715"/>
                </a:lnTo>
                <a:cubicBezTo>
                  <a:pt x="73250" y="-9796"/>
                  <a:pt x="75532" y="-6624"/>
                  <a:pt x="75309" y="-3145"/>
                </a:cubicBezTo>
                <a:lnTo>
                  <a:pt x="74558" y="8488"/>
                </a:lnTo>
                <a:cubicBezTo>
                  <a:pt x="76868" y="10269"/>
                  <a:pt x="78900" y="12329"/>
                  <a:pt x="80653" y="14611"/>
                </a:cubicBezTo>
                <a:lnTo>
                  <a:pt x="92342" y="13860"/>
                </a:lnTo>
                <a:cubicBezTo>
                  <a:pt x="95821" y="13637"/>
                  <a:pt x="98993" y="15919"/>
                  <a:pt x="99912" y="19287"/>
                </a:cubicBezTo>
                <a:lnTo>
                  <a:pt x="101860" y="26578"/>
                </a:lnTo>
                <a:cubicBezTo>
                  <a:pt x="102750" y="29946"/>
                  <a:pt x="101164" y="33508"/>
                  <a:pt x="98019" y="35066"/>
                </a:cubicBezTo>
                <a:lnTo>
                  <a:pt x="87527" y="40243"/>
                </a:lnTo>
                <a:cubicBezTo>
                  <a:pt x="87332" y="41662"/>
                  <a:pt x="87054" y="43082"/>
                  <a:pt x="86692" y="44473"/>
                </a:cubicBezTo>
                <a:cubicBezTo>
                  <a:pt x="86330" y="45865"/>
                  <a:pt x="85829" y="47256"/>
                  <a:pt x="85301" y="48564"/>
                </a:cubicBezTo>
                <a:lnTo>
                  <a:pt x="91785" y="58305"/>
                </a:lnTo>
                <a:cubicBezTo>
                  <a:pt x="93733" y="61227"/>
                  <a:pt x="93344" y="65096"/>
                  <a:pt x="90867" y="67573"/>
                </a:cubicBezTo>
                <a:lnTo>
                  <a:pt x="85523" y="72916"/>
                </a:lnTo>
                <a:cubicBezTo>
                  <a:pt x="83046" y="75393"/>
                  <a:pt x="79178" y="75783"/>
                  <a:pt x="76256" y="73834"/>
                </a:cubicBezTo>
                <a:lnTo>
                  <a:pt x="66515" y="67350"/>
                </a:lnTo>
                <a:cubicBezTo>
                  <a:pt x="63871" y="68435"/>
                  <a:pt x="61060" y="69215"/>
                  <a:pt x="58194" y="69604"/>
                </a:cubicBezTo>
                <a:lnTo>
                  <a:pt x="53017" y="80068"/>
                </a:lnTo>
                <a:cubicBezTo>
                  <a:pt x="51459" y="83213"/>
                  <a:pt x="47896" y="84800"/>
                  <a:pt x="44529" y="83909"/>
                </a:cubicBezTo>
                <a:lnTo>
                  <a:pt x="37237" y="81961"/>
                </a:lnTo>
                <a:cubicBezTo>
                  <a:pt x="33842" y="81043"/>
                  <a:pt x="31588" y="77870"/>
                  <a:pt x="31810" y="74391"/>
                </a:cubicBezTo>
                <a:lnTo>
                  <a:pt x="32562" y="62730"/>
                </a:lnTo>
                <a:cubicBezTo>
                  <a:pt x="30252" y="60949"/>
                  <a:pt x="28220" y="58889"/>
                  <a:pt x="26467" y="56607"/>
                </a:cubicBezTo>
                <a:lnTo>
                  <a:pt x="14778" y="57359"/>
                </a:lnTo>
                <a:cubicBezTo>
                  <a:pt x="11299" y="57581"/>
                  <a:pt x="8127" y="55299"/>
                  <a:pt x="7208" y="51932"/>
                </a:cubicBezTo>
                <a:lnTo>
                  <a:pt x="5260" y="44640"/>
                </a:lnTo>
                <a:cubicBezTo>
                  <a:pt x="4369" y="41273"/>
                  <a:pt x="5956" y="37710"/>
                  <a:pt x="9101" y="36152"/>
                </a:cubicBezTo>
                <a:lnTo>
                  <a:pt x="19593" y="30975"/>
                </a:lnTo>
                <a:cubicBezTo>
                  <a:pt x="19788" y="29556"/>
                  <a:pt x="20066" y="28164"/>
                  <a:pt x="20428" y="26745"/>
                </a:cubicBezTo>
                <a:cubicBezTo>
                  <a:pt x="20817" y="25326"/>
                  <a:pt x="21263" y="23962"/>
                  <a:pt x="21819" y="22654"/>
                </a:cubicBezTo>
                <a:lnTo>
                  <a:pt x="15335" y="12941"/>
                </a:lnTo>
                <a:cubicBezTo>
                  <a:pt x="13386" y="10019"/>
                  <a:pt x="13776" y="6151"/>
                  <a:pt x="16253" y="3674"/>
                </a:cubicBezTo>
                <a:lnTo>
                  <a:pt x="21596" y="-1670"/>
                </a:lnTo>
                <a:cubicBezTo>
                  <a:pt x="24073" y="-4147"/>
                  <a:pt x="27942" y="-4536"/>
                  <a:pt x="30864" y="-2588"/>
                </a:cubicBezTo>
                <a:lnTo>
                  <a:pt x="40605" y="3896"/>
                </a:lnTo>
                <a:cubicBezTo>
                  <a:pt x="43249" y="2811"/>
                  <a:pt x="46060" y="2032"/>
                  <a:pt x="48926" y="1642"/>
                </a:cubicBezTo>
                <a:lnTo>
                  <a:pt x="54103" y="-8822"/>
                </a:lnTo>
                <a:cubicBezTo>
                  <a:pt x="55661" y="-11967"/>
                  <a:pt x="59196" y="-13553"/>
                  <a:pt x="62591" y="-12663"/>
                </a:cubicBezTo>
                <a:close/>
                <a:moveTo>
                  <a:pt x="53546" y="23378"/>
                </a:moveTo>
                <a:cubicBezTo>
                  <a:pt x="46788" y="23378"/>
                  <a:pt x="41301" y="28865"/>
                  <a:pt x="41301" y="35623"/>
                </a:cubicBezTo>
                <a:cubicBezTo>
                  <a:pt x="41301" y="42382"/>
                  <a:pt x="46788" y="47869"/>
                  <a:pt x="53546" y="47869"/>
                </a:cubicBezTo>
                <a:cubicBezTo>
                  <a:pt x="60304" y="47869"/>
                  <a:pt x="65791" y="42382"/>
                  <a:pt x="65791" y="35623"/>
                </a:cubicBezTo>
                <a:cubicBezTo>
                  <a:pt x="65791" y="28865"/>
                  <a:pt x="60304" y="23378"/>
                  <a:pt x="53546" y="2337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0" name="Shape 48"/>
          <p:cNvSpPr/>
          <p:nvPr/>
        </p:nvSpPr>
        <p:spPr>
          <a:xfrm>
            <a:off x="8321399" y="2467548"/>
            <a:ext cx="3321852" cy="543252"/>
          </a:xfrm>
          <a:custGeom>
            <a:avLst/>
            <a:gdLst/>
            <a:ahLst/>
            <a:cxnLst/>
            <a:rect l="l" t="t" r="r" b="b"/>
            <a:pathLst>
              <a:path w="3321852" h="543252">
                <a:moveTo>
                  <a:pt x="71248" y="0"/>
                </a:moveTo>
                <a:lnTo>
                  <a:pt x="3250605" y="0"/>
                </a:lnTo>
                <a:cubicBezTo>
                  <a:pt x="3289954" y="0"/>
                  <a:pt x="3321852" y="31899"/>
                  <a:pt x="3321852" y="71248"/>
                </a:cubicBezTo>
                <a:lnTo>
                  <a:pt x="3321852" y="472005"/>
                </a:lnTo>
                <a:cubicBezTo>
                  <a:pt x="3321852" y="511353"/>
                  <a:pt x="3289954" y="543252"/>
                  <a:pt x="3250605" y="543252"/>
                </a:cubicBezTo>
                <a:lnTo>
                  <a:pt x="71248" y="543252"/>
                </a:lnTo>
                <a:cubicBezTo>
                  <a:pt x="31899" y="543252"/>
                  <a:pt x="0" y="511353"/>
                  <a:pt x="0" y="472005"/>
                </a:cubicBezTo>
                <a:lnTo>
                  <a:pt x="0" y="71248"/>
                </a:lnTo>
                <a:cubicBezTo>
                  <a:pt x="0" y="31899"/>
                  <a:pt x="31899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2721" y="2578870"/>
            <a:ext cx="316154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Processing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32721" y="2756986"/>
            <a:ext cx="31526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 controller handles logic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643906" y="3122122"/>
            <a:ext cx="106869" cy="142492"/>
          </a:xfrm>
          <a:custGeom>
            <a:avLst/>
            <a:gdLst/>
            <a:ahLst/>
            <a:cxnLst/>
            <a:rect l="l" t="t" r="r" b="b"/>
            <a:pathLst>
              <a:path w="106869" h="142492">
                <a:moveTo>
                  <a:pt x="47145" y="139876"/>
                </a:moveTo>
                <a:cubicBezTo>
                  <a:pt x="50624" y="143355"/>
                  <a:pt x="56273" y="143355"/>
                  <a:pt x="59752" y="139876"/>
                </a:cubicBezTo>
                <a:lnTo>
                  <a:pt x="104281" y="95347"/>
                </a:lnTo>
                <a:cubicBezTo>
                  <a:pt x="107760" y="91869"/>
                  <a:pt x="107760" y="86219"/>
                  <a:pt x="104281" y="82740"/>
                </a:cubicBezTo>
                <a:cubicBezTo>
                  <a:pt x="100802" y="79261"/>
                  <a:pt x="95153" y="79261"/>
                  <a:pt x="91674" y="82740"/>
                </a:cubicBezTo>
                <a:lnTo>
                  <a:pt x="62340" y="112074"/>
                </a:lnTo>
                <a:lnTo>
                  <a:pt x="62340" y="8906"/>
                </a:lnTo>
                <a:cubicBezTo>
                  <a:pt x="62340" y="3980"/>
                  <a:pt x="58361" y="0"/>
                  <a:pt x="53435" y="0"/>
                </a:cubicBezTo>
                <a:cubicBezTo>
                  <a:pt x="48509" y="0"/>
                  <a:pt x="44529" y="3980"/>
                  <a:pt x="44529" y="8906"/>
                </a:cubicBezTo>
                <a:lnTo>
                  <a:pt x="44529" y="112074"/>
                </a:lnTo>
                <a:lnTo>
                  <a:pt x="15195" y="82740"/>
                </a:lnTo>
                <a:cubicBezTo>
                  <a:pt x="11717" y="79261"/>
                  <a:pt x="6067" y="79261"/>
                  <a:pt x="2588" y="82740"/>
                </a:cubicBezTo>
                <a:cubicBezTo>
                  <a:pt x="-891" y="86219"/>
                  <a:pt x="-891" y="91869"/>
                  <a:pt x="2588" y="95347"/>
                </a:cubicBezTo>
                <a:lnTo>
                  <a:pt x="47117" y="139876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751430" y="3438277"/>
            <a:ext cx="418571" cy="418571"/>
          </a:xfrm>
          <a:custGeom>
            <a:avLst/>
            <a:gdLst/>
            <a:ahLst/>
            <a:cxnLst/>
            <a:rect l="l" t="t" r="r" b="b"/>
            <a:pathLst>
              <a:path w="418571" h="418571">
                <a:moveTo>
                  <a:pt x="71245" y="0"/>
                </a:moveTo>
                <a:lnTo>
                  <a:pt x="347326" y="0"/>
                </a:lnTo>
                <a:cubicBezTo>
                  <a:pt x="386674" y="0"/>
                  <a:pt x="418571" y="31897"/>
                  <a:pt x="418571" y="71245"/>
                </a:cubicBezTo>
                <a:lnTo>
                  <a:pt x="418571" y="347326"/>
                </a:lnTo>
                <a:cubicBezTo>
                  <a:pt x="418571" y="386674"/>
                  <a:pt x="386674" y="418571"/>
                  <a:pt x="347326" y="418571"/>
                </a:cubicBezTo>
                <a:lnTo>
                  <a:pt x="71245" y="418571"/>
                </a:lnTo>
                <a:cubicBezTo>
                  <a:pt x="31897" y="418571"/>
                  <a:pt x="0" y="386674"/>
                  <a:pt x="0" y="347326"/>
                </a:cubicBezTo>
                <a:lnTo>
                  <a:pt x="0" y="71245"/>
                </a:lnTo>
                <a:cubicBezTo>
                  <a:pt x="0" y="31897"/>
                  <a:pt x="31897" y="0"/>
                  <a:pt x="71245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12700">
            <a:solidFill>
              <a:srgbClr val="C9A86A">
                <a:alpha val="5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89469" y="3576317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56830" y="5121"/>
                </a:moveTo>
                <a:cubicBezTo>
                  <a:pt x="60170" y="6512"/>
                  <a:pt x="62340" y="9741"/>
                  <a:pt x="62340" y="13359"/>
                </a:cubicBezTo>
                <a:lnTo>
                  <a:pt x="62340" y="35623"/>
                </a:lnTo>
                <a:lnTo>
                  <a:pt x="93511" y="35623"/>
                </a:lnTo>
                <a:cubicBezTo>
                  <a:pt x="120562" y="35623"/>
                  <a:pt x="142492" y="57554"/>
                  <a:pt x="142492" y="84605"/>
                </a:cubicBezTo>
                <a:cubicBezTo>
                  <a:pt x="142492" y="116137"/>
                  <a:pt x="119810" y="130219"/>
                  <a:pt x="114606" y="133058"/>
                </a:cubicBezTo>
                <a:cubicBezTo>
                  <a:pt x="113910" y="133447"/>
                  <a:pt x="113131" y="133587"/>
                  <a:pt x="112352" y="133587"/>
                </a:cubicBezTo>
                <a:cubicBezTo>
                  <a:pt x="109318" y="133587"/>
                  <a:pt x="106869" y="131110"/>
                  <a:pt x="106869" y="128104"/>
                </a:cubicBezTo>
                <a:cubicBezTo>
                  <a:pt x="106869" y="126017"/>
                  <a:pt x="108066" y="124096"/>
                  <a:pt x="109597" y="122677"/>
                </a:cubicBezTo>
                <a:cubicBezTo>
                  <a:pt x="112213" y="120228"/>
                  <a:pt x="115775" y="115330"/>
                  <a:pt x="115775" y="106897"/>
                </a:cubicBezTo>
                <a:cubicBezTo>
                  <a:pt x="115775" y="92147"/>
                  <a:pt x="103808" y="80180"/>
                  <a:pt x="89058" y="80180"/>
                </a:cubicBezTo>
                <a:lnTo>
                  <a:pt x="62340" y="80180"/>
                </a:lnTo>
                <a:lnTo>
                  <a:pt x="62340" y="102444"/>
                </a:lnTo>
                <a:cubicBezTo>
                  <a:pt x="62340" y="106034"/>
                  <a:pt x="60170" y="109291"/>
                  <a:pt x="56830" y="110682"/>
                </a:cubicBezTo>
                <a:cubicBezTo>
                  <a:pt x="53490" y="112074"/>
                  <a:pt x="49678" y="111294"/>
                  <a:pt x="47117" y="108762"/>
                </a:cubicBezTo>
                <a:lnTo>
                  <a:pt x="2588" y="64233"/>
                </a:lnTo>
                <a:cubicBezTo>
                  <a:pt x="-891" y="60754"/>
                  <a:pt x="-891" y="55104"/>
                  <a:pt x="2588" y="51626"/>
                </a:cubicBezTo>
                <a:lnTo>
                  <a:pt x="47117" y="7097"/>
                </a:lnTo>
                <a:cubicBezTo>
                  <a:pt x="49678" y="4536"/>
                  <a:pt x="53490" y="3785"/>
                  <a:pt x="56830" y="517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6" name="Shape 54"/>
          <p:cNvSpPr/>
          <p:nvPr/>
        </p:nvSpPr>
        <p:spPr>
          <a:xfrm>
            <a:off x="8321399" y="3375937"/>
            <a:ext cx="3321852" cy="543252"/>
          </a:xfrm>
          <a:custGeom>
            <a:avLst/>
            <a:gdLst/>
            <a:ahLst/>
            <a:cxnLst/>
            <a:rect l="l" t="t" r="r" b="b"/>
            <a:pathLst>
              <a:path w="3321852" h="543252">
                <a:moveTo>
                  <a:pt x="71248" y="0"/>
                </a:moveTo>
                <a:lnTo>
                  <a:pt x="3250605" y="0"/>
                </a:lnTo>
                <a:cubicBezTo>
                  <a:pt x="3289954" y="0"/>
                  <a:pt x="3321852" y="31899"/>
                  <a:pt x="3321852" y="71248"/>
                </a:cubicBezTo>
                <a:lnTo>
                  <a:pt x="3321852" y="472005"/>
                </a:lnTo>
                <a:cubicBezTo>
                  <a:pt x="3321852" y="511353"/>
                  <a:pt x="3289954" y="543252"/>
                  <a:pt x="3250605" y="543252"/>
                </a:cubicBezTo>
                <a:lnTo>
                  <a:pt x="71248" y="543252"/>
                </a:lnTo>
                <a:cubicBezTo>
                  <a:pt x="31899" y="543252"/>
                  <a:pt x="0" y="511353"/>
                  <a:pt x="0" y="472005"/>
                </a:cubicBezTo>
                <a:lnTo>
                  <a:pt x="0" y="71248"/>
                </a:lnTo>
                <a:cubicBezTo>
                  <a:pt x="0" y="31899"/>
                  <a:pt x="31899" y="0"/>
                  <a:pt x="71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32721" y="3487259"/>
            <a:ext cx="316154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Response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32721" y="3665374"/>
            <a:ext cx="31526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returned; UI updates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64409" y="4293879"/>
            <a:ext cx="4265864" cy="1802028"/>
          </a:xfrm>
          <a:custGeom>
            <a:avLst/>
            <a:gdLst/>
            <a:ahLst/>
            <a:cxnLst/>
            <a:rect l="l" t="t" r="r" b="b"/>
            <a:pathLst>
              <a:path w="4265864" h="1416018">
                <a:moveTo>
                  <a:pt x="106867" y="0"/>
                </a:moveTo>
                <a:lnTo>
                  <a:pt x="4158997" y="0"/>
                </a:lnTo>
                <a:cubicBezTo>
                  <a:pt x="4218018" y="0"/>
                  <a:pt x="4265864" y="47846"/>
                  <a:pt x="4265864" y="106867"/>
                </a:cubicBezTo>
                <a:lnTo>
                  <a:pt x="4265864" y="1309151"/>
                </a:lnTo>
                <a:cubicBezTo>
                  <a:pt x="4265864" y="1368172"/>
                  <a:pt x="4218018" y="1416018"/>
                  <a:pt x="4158997" y="1416018"/>
                </a:cubicBezTo>
                <a:lnTo>
                  <a:pt x="106867" y="1416018"/>
                </a:lnTo>
                <a:cubicBezTo>
                  <a:pt x="47846" y="1416018"/>
                  <a:pt x="0" y="1368172"/>
                  <a:pt x="0" y="1309151"/>
                </a:cubicBezTo>
                <a:lnTo>
                  <a:pt x="0" y="106867"/>
                </a:lnTo>
                <a:cubicBezTo>
                  <a:pt x="0" y="47846"/>
                  <a:pt x="47846" y="0"/>
                  <a:pt x="10686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5807F30-0491-1B71-50A7-EBE0ED5CF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821" y="4524321"/>
            <a:ext cx="3766942" cy="121080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&amp; Form Handling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6013" y="4226505"/>
            <a:ext cx="5610225" cy="1781175"/>
          </a:xfrm>
          <a:custGeom>
            <a:avLst/>
            <a:gdLst/>
            <a:ahLst/>
            <a:cxnLst/>
            <a:rect l="l" t="t" r="r" b="b"/>
            <a:pathLst>
              <a:path w="5610225" h="178117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666877"/>
                </a:lnTo>
                <a:cubicBezTo>
                  <a:pt x="5610225" y="1729960"/>
                  <a:pt x="5559010" y="1781175"/>
                  <a:pt x="5495927" y="1781175"/>
                </a:cubicBezTo>
                <a:lnTo>
                  <a:pt x="114298" y="1781175"/>
                </a:lnTo>
                <a:cubicBezTo>
                  <a:pt x="51215" y="1781175"/>
                  <a:pt x="0" y="1729960"/>
                  <a:pt x="0" y="16668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5803" y="446939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36601"/>
                </a:moveTo>
                <a:lnTo>
                  <a:pt x="85725" y="107156"/>
                </a:lnTo>
                <a:cubicBezTo>
                  <a:pt x="85725" y="113083"/>
                  <a:pt x="80936" y="117872"/>
                  <a:pt x="75009" y="117872"/>
                </a:cubicBezTo>
                <a:cubicBezTo>
                  <a:pt x="69082" y="117872"/>
                  <a:pt x="64294" y="113083"/>
                  <a:pt x="64294" y="107156"/>
                </a:cubicBezTo>
                <a:lnTo>
                  <a:pt x="64294" y="36601"/>
                </a:lnTo>
                <a:lnTo>
                  <a:pt x="50430" y="50464"/>
                </a:lnTo>
                <a:cubicBezTo>
                  <a:pt x="46245" y="54650"/>
                  <a:pt x="39447" y="54650"/>
                  <a:pt x="35261" y="50464"/>
                </a:cubicBezTo>
                <a:cubicBezTo>
                  <a:pt x="31075" y="46278"/>
                  <a:pt x="31075" y="39480"/>
                  <a:pt x="35261" y="35295"/>
                </a:cubicBezTo>
                <a:lnTo>
                  <a:pt x="67408" y="3148"/>
                </a:lnTo>
                <a:cubicBezTo>
                  <a:pt x="71594" y="-1038"/>
                  <a:pt x="78391" y="-1038"/>
                  <a:pt x="82577" y="3148"/>
                </a:cubicBezTo>
                <a:lnTo>
                  <a:pt x="114724" y="35295"/>
                </a:lnTo>
                <a:cubicBezTo>
                  <a:pt x="118910" y="39480"/>
                  <a:pt x="118910" y="46278"/>
                  <a:pt x="114724" y="50464"/>
                </a:cubicBezTo>
                <a:cubicBezTo>
                  <a:pt x="110538" y="54650"/>
                  <a:pt x="103741" y="54650"/>
                  <a:pt x="99555" y="50464"/>
                </a:cubicBezTo>
                <a:lnTo>
                  <a:pt x="85725" y="36601"/>
                </a:lnTo>
                <a:close/>
                <a:moveTo>
                  <a:pt x="75009" y="133945"/>
                </a:moveTo>
                <a:cubicBezTo>
                  <a:pt x="89810" y="133945"/>
                  <a:pt x="101798" y="121957"/>
                  <a:pt x="101798" y="107156"/>
                </a:cubicBezTo>
                <a:lnTo>
                  <a:pt x="128588" y="107156"/>
                </a:lnTo>
                <a:cubicBezTo>
                  <a:pt x="140408" y="107156"/>
                  <a:pt x="150019" y="116767"/>
                  <a:pt x="150019" y="128588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28588"/>
                </a:lnTo>
                <a:cubicBezTo>
                  <a:pt x="0" y="116767"/>
                  <a:pt x="9611" y="107156"/>
                  <a:pt x="21431" y="107156"/>
                </a:cubicBezTo>
                <a:lnTo>
                  <a:pt x="48220" y="107156"/>
                </a:lnTo>
                <a:cubicBezTo>
                  <a:pt x="48220" y="121957"/>
                  <a:pt x="60208" y="133945"/>
                  <a:pt x="75009" y="133945"/>
                </a:cubicBezTo>
                <a:close/>
                <a:moveTo>
                  <a:pt x="123230" y="141982"/>
                </a:moveTo>
                <a:cubicBezTo>
                  <a:pt x="127665" y="141982"/>
                  <a:pt x="131266" y="138381"/>
                  <a:pt x="131266" y="133945"/>
                </a:cubicBezTo>
                <a:cubicBezTo>
                  <a:pt x="131266" y="129510"/>
                  <a:pt x="127665" y="125909"/>
                  <a:pt x="123230" y="125909"/>
                </a:cubicBezTo>
                <a:cubicBezTo>
                  <a:pt x="118794" y="125909"/>
                  <a:pt x="115193" y="129510"/>
                  <a:pt x="115193" y="133945"/>
                </a:cubicBezTo>
                <a:cubicBezTo>
                  <a:pt x="115193" y="138381"/>
                  <a:pt x="118794" y="141982"/>
                  <a:pt x="123230" y="14198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6610350" y="4421768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Controller Implementation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96038" y="4807531"/>
            <a:ext cx="5210175" cy="1000125"/>
          </a:xfrm>
          <a:custGeom>
            <a:avLst/>
            <a:gdLst/>
            <a:ahLst/>
            <a:cxnLst/>
            <a:rect l="l" t="t" r="r" b="b"/>
            <a:pathLst>
              <a:path w="5210175" h="1000125">
                <a:moveTo>
                  <a:pt x="76200" y="0"/>
                </a:moveTo>
                <a:lnTo>
                  <a:pt x="5133975" y="0"/>
                </a:lnTo>
                <a:cubicBezTo>
                  <a:pt x="5176059" y="0"/>
                  <a:pt x="5210175" y="34116"/>
                  <a:pt x="5210175" y="76200"/>
                </a:cubicBezTo>
                <a:lnTo>
                  <a:pt x="5210175" y="923925"/>
                </a:lnTo>
                <a:cubicBezTo>
                  <a:pt x="5210175" y="966009"/>
                  <a:pt x="5176059" y="1000125"/>
                  <a:pt x="51339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3200" y="4964693"/>
            <a:ext cx="495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Handler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53200" y="5193293"/>
            <a:ext cx="15011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AdminController::store()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53200" y="5459993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multipart form submissions with file upload support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12133"/>
            <a:ext cx="5610225" cy="3667125"/>
          </a:xfrm>
          <a:custGeom>
            <a:avLst/>
            <a:gdLst/>
            <a:ahLst/>
            <a:cxnLst/>
            <a:rect l="l" t="t" r="r" b="b"/>
            <a:pathLst>
              <a:path w="5610225" h="36671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3552821"/>
                </a:lnTo>
                <a:cubicBezTo>
                  <a:pt x="5610225" y="3615949"/>
                  <a:pt x="5559049" y="3667125"/>
                  <a:pt x="5495921" y="3667125"/>
                </a:cubicBezTo>
                <a:lnTo>
                  <a:pt x="114304" y="3667125"/>
                </a:lnTo>
                <a:cubicBezTo>
                  <a:pt x="51176" y="3667125"/>
                  <a:pt x="0" y="3615949"/>
                  <a:pt x="0" y="3552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6519" y="35502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69986" y="88069"/>
                </a:moveTo>
                <a:cubicBezTo>
                  <a:pt x="66839" y="84921"/>
                  <a:pt x="61749" y="84921"/>
                  <a:pt x="58635" y="88069"/>
                </a:cubicBezTo>
                <a:lnTo>
                  <a:pt x="37203" y="109500"/>
                </a:lnTo>
                <a:cubicBezTo>
                  <a:pt x="34056" y="112648"/>
                  <a:pt x="34056" y="117738"/>
                  <a:pt x="37203" y="120852"/>
                </a:cubicBezTo>
                <a:cubicBezTo>
                  <a:pt x="40351" y="123966"/>
                  <a:pt x="45441" y="124000"/>
                  <a:pt x="48555" y="120852"/>
                </a:cubicBezTo>
                <a:lnTo>
                  <a:pt x="56257" y="113150"/>
                </a:lnTo>
                <a:lnTo>
                  <a:pt x="56257" y="141982"/>
                </a:lnTo>
                <a:cubicBezTo>
                  <a:pt x="56257" y="146436"/>
                  <a:pt x="59840" y="150019"/>
                  <a:pt x="64294" y="150019"/>
                </a:cubicBezTo>
                <a:cubicBezTo>
                  <a:pt x="68747" y="150019"/>
                  <a:pt x="72330" y="146436"/>
                  <a:pt x="72330" y="141982"/>
                </a:cubicBezTo>
                <a:lnTo>
                  <a:pt x="72330" y="113150"/>
                </a:lnTo>
                <a:lnTo>
                  <a:pt x="80032" y="120852"/>
                </a:lnTo>
                <a:cubicBezTo>
                  <a:pt x="83180" y="124000"/>
                  <a:pt x="88270" y="124000"/>
                  <a:pt x="91384" y="120852"/>
                </a:cubicBezTo>
                <a:cubicBezTo>
                  <a:pt x="94498" y="117704"/>
                  <a:pt x="94532" y="112615"/>
                  <a:pt x="91384" y="109500"/>
                </a:cubicBezTo>
                <a:lnTo>
                  <a:pt x="69953" y="8806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4" name="Text 22"/>
          <p:cNvSpPr/>
          <p:nvPr/>
        </p:nvSpPr>
        <p:spPr>
          <a:xfrm>
            <a:off x="6610350" y="307395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Upload Workflow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6038" y="731258"/>
            <a:ext cx="5210175" cy="619125"/>
          </a:xfrm>
          <a:custGeom>
            <a:avLst/>
            <a:gdLst/>
            <a:ahLst/>
            <a:cxnLst/>
            <a:rect l="l" t="t" r="r" b="b"/>
            <a:pathLst>
              <a:path w="5210175" h="619125">
                <a:moveTo>
                  <a:pt x="76202" y="0"/>
                </a:moveTo>
                <a:lnTo>
                  <a:pt x="5133973" y="0"/>
                </a:lnTo>
                <a:cubicBezTo>
                  <a:pt x="5176058" y="0"/>
                  <a:pt x="5210175" y="34117"/>
                  <a:pt x="5210175" y="76202"/>
                </a:cubicBezTo>
                <a:lnTo>
                  <a:pt x="5210175" y="542923"/>
                </a:lnTo>
                <a:cubicBezTo>
                  <a:pt x="5210175" y="585008"/>
                  <a:pt x="5176058" y="619125"/>
                  <a:pt x="51339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5100" y="85032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$_FILES</a:t>
            </a: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Superglobal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5100" y="107892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Accesses uploaded file metadata and temporary storage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6038" y="1474208"/>
            <a:ext cx="5210175" cy="619125"/>
          </a:xfrm>
          <a:custGeom>
            <a:avLst/>
            <a:gdLst/>
            <a:ahLst/>
            <a:cxnLst/>
            <a:rect l="l" t="t" r="r" b="b"/>
            <a:pathLst>
              <a:path w="5210175" h="619125">
                <a:moveTo>
                  <a:pt x="76202" y="0"/>
                </a:moveTo>
                <a:lnTo>
                  <a:pt x="5133973" y="0"/>
                </a:lnTo>
                <a:cubicBezTo>
                  <a:pt x="5176058" y="0"/>
                  <a:pt x="5210175" y="34117"/>
                  <a:pt x="5210175" y="76202"/>
                </a:cubicBezTo>
                <a:lnTo>
                  <a:pt x="5210175" y="542923"/>
                </a:lnTo>
                <a:cubicBezTo>
                  <a:pt x="5210175" y="585008"/>
                  <a:pt x="5176058" y="619125"/>
                  <a:pt x="51339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5100" y="159327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Structural 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15100" y="182187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Validates file type, size, and structural integrity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2217158"/>
            <a:ext cx="5210175" cy="619125"/>
          </a:xfrm>
          <a:custGeom>
            <a:avLst/>
            <a:gdLst/>
            <a:ahLst/>
            <a:cxnLst/>
            <a:rect l="l" t="t" r="r" b="b"/>
            <a:pathLst>
              <a:path w="5210175" h="619125">
                <a:moveTo>
                  <a:pt x="76202" y="0"/>
                </a:moveTo>
                <a:lnTo>
                  <a:pt x="5133973" y="0"/>
                </a:lnTo>
                <a:cubicBezTo>
                  <a:pt x="5176058" y="0"/>
                  <a:pt x="5210175" y="34117"/>
                  <a:pt x="5210175" y="76202"/>
                </a:cubicBezTo>
                <a:lnTo>
                  <a:pt x="5210175" y="542923"/>
                </a:lnTo>
                <a:cubicBezTo>
                  <a:pt x="5210175" y="585008"/>
                  <a:pt x="5176058" y="619125"/>
                  <a:pt x="51339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5100" y="233622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Verification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15100" y="256482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destination directory exists and is writable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6038" y="2960108"/>
            <a:ext cx="5210175" cy="619125"/>
          </a:xfrm>
          <a:custGeom>
            <a:avLst/>
            <a:gdLst/>
            <a:ahLst/>
            <a:cxnLst/>
            <a:rect l="l" t="t" r="r" b="b"/>
            <a:pathLst>
              <a:path w="5210175" h="619125">
                <a:moveTo>
                  <a:pt x="76202" y="0"/>
                </a:moveTo>
                <a:lnTo>
                  <a:pt x="5133973" y="0"/>
                </a:lnTo>
                <a:cubicBezTo>
                  <a:pt x="5176058" y="0"/>
                  <a:pt x="5210175" y="34117"/>
                  <a:pt x="5210175" y="76202"/>
                </a:cubicBezTo>
                <a:lnTo>
                  <a:pt x="5210175" y="542923"/>
                </a:lnTo>
                <a:cubicBezTo>
                  <a:pt x="5210175" y="585008"/>
                  <a:pt x="5176058" y="619125"/>
                  <a:pt x="51339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5100" y="3079170"/>
            <a:ext cx="13558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move_uploaded_file()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15100" y="330777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Securely relocates file from temp to permanent storage</a:t>
            </a:r>
            <a:endParaRPr lang="en-US" sz="16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000A7C1-8005-9E3E-19D0-E794D84A1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11" y="1207399"/>
            <a:ext cx="3946814" cy="51437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354419"/>
            <a:ext cx="70884" cy="283535"/>
          </a:xfrm>
          <a:custGeom>
            <a:avLst/>
            <a:gdLst/>
            <a:ahLst/>
            <a:cxnLst/>
            <a:rect l="l" t="t" r="r" b="b"/>
            <a:pathLst>
              <a:path w="70884" h="283535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248093"/>
                </a:lnTo>
                <a:cubicBezTo>
                  <a:pt x="70884" y="267667"/>
                  <a:pt x="55016" y="283535"/>
                  <a:pt x="35442" y="283535"/>
                </a:cubicBezTo>
                <a:lnTo>
                  <a:pt x="35442" y="283535"/>
                </a:lnTo>
                <a:cubicBezTo>
                  <a:pt x="15868" y="283535"/>
                  <a:pt x="0" y="267667"/>
                  <a:pt x="0" y="248093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31628" y="407581"/>
            <a:ext cx="128476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kern="0" spc="98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708837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Processing and GD Fallbacks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849" y="1244895"/>
            <a:ext cx="7044070" cy="2879651"/>
          </a:xfrm>
          <a:custGeom>
            <a:avLst/>
            <a:gdLst/>
            <a:ahLst/>
            <a:cxnLst/>
            <a:rect l="l" t="t" r="r" b="b"/>
            <a:pathLst>
              <a:path w="7044070" h="2879651">
                <a:moveTo>
                  <a:pt x="106317" y="0"/>
                </a:moveTo>
                <a:lnTo>
                  <a:pt x="6937753" y="0"/>
                </a:lnTo>
                <a:cubicBezTo>
                  <a:pt x="6996470" y="0"/>
                  <a:pt x="7044070" y="47600"/>
                  <a:pt x="7044070" y="106317"/>
                </a:cubicBezTo>
                <a:lnTo>
                  <a:pt x="7044070" y="2773334"/>
                </a:lnTo>
                <a:cubicBezTo>
                  <a:pt x="7044070" y="2832052"/>
                  <a:pt x="6996470" y="2879651"/>
                  <a:pt x="6937753" y="2879651"/>
                </a:cubicBezTo>
                <a:lnTo>
                  <a:pt x="106317" y="2879651"/>
                </a:lnTo>
                <a:cubicBezTo>
                  <a:pt x="47600" y="2879651"/>
                  <a:pt x="0" y="2832052"/>
                  <a:pt x="0" y="2773334"/>
                </a:cubicBezTo>
                <a:lnTo>
                  <a:pt x="0" y="106317"/>
                </a:lnTo>
                <a:cubicBezTo>
                  <a:pt x="0" y="47639"/>
                  <a:pt x="47639" y="0"/>
                  <a:pt x="10631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919" y="1430965"/>
            <a:ext cx="345558" cy="345558"/>
          </a:xfrm>
          <a:custGeom>
            <a:avLst/>
            <a:gdLst/>
            <a:ahLst/>
            <a:cxnLst/>
            <a:rect l="l" t="t" r="r" b="b"/>
            <a:pathLst>
              <a:path w="345558" h="345558">
                <a:moveTo>
                  <a:pt x="70884" y="0"/>
                </a:moveTo>
                <a:lnTo>
                  <a:pt x="274674" y="0"/>
                </a:lnTo>
                <a:cubicBezTo>
                  <a:pt x="313822" y="0"/>
                  <a:pt x="345558" y="31736"/>
                  <a:pt x="345558" y="70884"/>
                </a:cubicBezTo>
                <a:lnTo>
                  <a:pt x="345558" y="274674"/>
                </a:lnTo>
                <a:cubicBezTo>
                  <a:pt x="345558" y="313822"/>
                  <a:pt x="313822" y="345558"/>
                  <a:pt x="274674" y="345558"/>
                </a:cubicBezTo>
                <a:lnTo>
                  <a:pt x="70884" y="345558"/>
                </a:lnTo>
                <a:cubicBezTo>
                  <a:pt x="31736" y="345558"/>
                  <a:pt x="0" y="313822"/>
                  <a:pt x="0" y="274674"/>
                </a:cubicBezTo>
                <a:lnTo>
                  <a:pt x="0" y="70884"/>
                </a:lnTo>
                <a:cubicBezTo>
                  <a:pt x="0" y="31736"/>
                  <a:pt x="31736" y="0"/>
                  <a:pt x="70884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169" y="1524000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0"/>
                </a:moveTo>
                <a:cubicBezTo>
                  <a:pt x="81177" y="0"/>
                  <a:pt x="82610" y="312"/>
                  <a:pt x="83918" y="903"/>
                </a:cubicBezTo>
                <a:lnTo>
                  <a:pt x="142605" y="25792"/>
                </a:lnTo>
                <a:cubicBezTo>
                  <a:pt x="149458" y="28689"/>
                  <a:pt x="154567" y="35449"/>
                  <a:pt x="154536" y="43610"/>
                </a:cubicBezTo>
                <a:cubicBezTo>
                  <a:pt x="154380" y="74511"/>
                  <a:pt x="141671" y="131048"/>
                  <a:pt x="87999" y="156747"/>
                </a:cubicBezTo>
                <a:cubicBezTo>
                  <a:pt x="82797" y="159239"/>
                  <a:pt x="76754" y="159239"/>
                  <a:pt x="71552" y="156747"/>
                </a:cubicBezTo>
                <a:cubicBezTo>
                  <a:pt x="17849" y="131048"/>
                  <a:pt x="5171" y="74511"/>
                  <a:pt x="5015" y="43610"/>
                </a:cubicBezTo>
                <a:cubicBezTo>
                  <a:pt x="4984" y="35449"/>
                  <a:pt x="10093" y="28689"/>
                  <a:pt x="16946" y="25792"/>
                </a:cubicBezTo>
                <a:lnTo>
                  <a:pt x="75601" y="903"/>
                </a:lnTo>
                <a:cubicBezTo>
                  <a:pt x="76910" y="312"/>
                  <a:pt x="78311" y="0"/>
                  <a:pt x="79744" y="0"/>
                </a:cubicBezTo>
                <a:close/>
                <a:moveTo>
                  <a:pt x="79744" y="20808"/>
                </a:moveTo>
                <a:lnTo>
                  <a:pt x="79744" y="138587"/>
                </a:lnTo>
                <a:cubicBezTo>
                  <a:pt x="122731" y="117778"/>
                  <a:pt x="134288" y="71676"/>
                  <a:pt x="134568" y="44077"/>
                </a:cubicBezTo>
                <a:lnTo>
                  <a:pt x="79744" y="20839"/>
                </a:lnTo>
                <a:lnTo>
                  <a:pt x="79744" y="2083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01233" y="1479698"/>
            <a:ext cx="197588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Upload Handling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488" y="1922721"/>
            <a:ext cx="6742814" cy="40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handling is designed to be </a:t>
            </a:r>
            <a:r>
              <a:rPr lang="en-US" sz="977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and defensive</a:t>
            </a: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gracefully handling missing dependencies and server configuration variations.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919" y="2472070"/>
            <a:ext cx="6671930" cy="1461977"/>
          </a:xfrm>
          <a:custGeom>
            <a:avLst/>
            <a:gdLst/>
            <a:ahLst/>
            <a:cxnLst/>
            <a:rect l="l" t="t" r="r" b="b"/>
            <a:pathLst>
              <a:path w="6671930" h="1461977">
                <a:moveTo>
                  <a:pt x="70877" y="0"/>
                </a:moveTo>
                <a:lnTo>
                  <a:pt x="6601054" y="0"/>
                </a:lnTo>
                <a:cubicBezTo>
                  <a:pt x="6640198" y="0"/>
                  <a:pt x="6671930" y="31733"/>
                  <a:pt x="6671930" y="70877"/>
                </a:cubicBezTo>
                <a:lnTo>
                  <a:pt x="6671930" y="1391100"/>
                </a:lnTo>
                <a:cubicBezTo>
                  <a:pt x="6671930" y="1430244"/>
                  <a:pt x="6640198" y="1461977"/>
                  <a:pt x="6601054" y="1461977"/>
                </a:cubicBezTo>
                <a:lnTo>
                  <a:pt x="70877" y="1461977"/>
                </a:lnTo>
                <a:cubicBezTo>
                  <a:pt x="31733" y="1461977"/>
                  <a:pt x="0" y="1430244"/>
                  <a:pt x="0" y="1391100"/>
                </a:cubicBezTo>
                <a:lnTo>
                  <a:pt x="0" y="70877"/>
                </a:lnTo>
                <a:cubicBezTo>
                  <a:pt x="0" y="31759"/>
                  <a:pt x="31759" y="0"/>
                  <a:pt x="708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116" y="2618267"/>
            <a:ext cx="6432698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kern="0" spc="42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Defensive Design Principles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8837" y="2884081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94253" y="58894"/>
                </a:moveTo>
                <a:lnTo>
                  <a:pt x="72102" y="94336"/>
                </a:lnTo>
                <a:cubicBezTo>
                  <a:pt x="70939" y="96191"/>
                  <a:pt x="68945" y="97354"/>
                  <a:pt x="66758" y="97465"/>
                </a:cubicBezTo>
                <a:cubicBezTo>
                  <a:pt x="64571" y="97576"/>
                  <a:pt x="62466" y="96579"/>
                  <a:pt x="61165" y="94807"/>
                </a:cubicBezTo>
                <a:lnTo>
                  <a:pt x="47874" y="77086"/>
                </a:lnTo>
                <a:cubicBezTo>
                  <a:pt x="45659" y="74151"/>
                  <a:pt x="46268" y="69998"/>
                  <a:pt x="49203" y="67783"/>
                </a:cubicBezTo>
                <a:cubicBezTo>
                  <a:pt x="52138" y="65567"/>
                  <a:pt x="56292" y="66177"/>
                  <a:pt x="58507" y="69112"/>
                </a:cubicBezTo>
                <a:lnTo>
                  <a:pt x="65983" y="79080"/>
                </a:lnTo>
                <a:lnTo>
                  <a:pt x="82984" y="51861"/>
                </a:lnTo>
                <a:cubicBezTo>
                  <a:pt x="84922" y="48760"/>
                  <a:pt x="89020" y="47791"/>
                  <a:pt x="92149" y="49757"/>
                </a:cubicBezTo>
                <a:cubicBezTo>
                  <a:pt x="95278" y="51723"/>
                  <a:pt x="96219" y="55793"/>
                  <a:pt x="94253" y="5892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3" name="Text 11"/>
          <p:cNvSpPr/>
          <p:nvPr/>
        </p:nvSpPr>
        <p:spPr>
          <a:xfrm>
            <a:off x="974651" y="2866360"/>
            <a:ext cx="2117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Cleanly bypasses missing GD libraries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837" y="3132174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94253" y="58894"/>
                </a:moveTo>
                <a:lnTo>
                  <a:pt x="72102" y="94336"/>
                </a:lnTo>
                <a:cubicBezTo>
                  <a:pt x="70939" y="96191"/>
                  <a:pt x="68945" y="97354"/>
                  <a:pt x="66758" y="97465"/>
                </a:cubicBezTo>
                <a:cubicBezTo>
                  <a:pt x="64571" y="97576"/>
                  <a:pt x="62466" y="96579"/>
                  <a:pt x="61165" y="94807"/>
                </a:cubicBezTo>
                <a:lnTo>
                  <a:pt x="47874" y="77086"/>
                </a:lnTo>
                <a:cubicBezTo>
                  <a:pt x="45659" y="74151"/>
                  <a:pt x="46268" y="69998"/>
                  <a:pt x="49203" y="67783"/>
                </a:cubicBezTo>
                <a:cubicBezTo>
                  <a:pt x="52138" y="65567"/>
                  <a:pt x="56292" y="66177"/>
                  <a:pt x="58507" y="69112"/>
                </a:cubicBezTo>
                <a:lnTo>
                  <a:pt x="65983" y="79080"/>
                </a:lnTo>
                <a:lnTo>
                  <a:pt x="82984" y="51861"/>
                </a:lnTo>
                <a:cubicBezTo>
                  <a:pt x="84922" y="48760"/>
                  <a:pt x="89020" y="47791"/>
                  <a:pt x="92149" y="49757"/>
                </a:cubicBezTo>
                <a:cubicBezTo>
                  <a:pt x="95278" y="51723"/>
                  <a:pt x="96219" y="55793"/>
                  <a:pt x="94253" y="5892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5" name="Text 13"/>
          <p:cNvSpPr/>
          <p:nvPr/>
        </p:nvSpPr>
        <p:spPr>
          <a:xfrm>
            <a:off x="974651" y="3114453"/>
            <a:ext cx="223283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Maintains uptime on servers without GD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8837" y="3380267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94253" y="58894"/>
                </a:moveTo>
                <a:lnTo>
                  <a:pt x="72102" y="94336"/>
                </a:lnTo>
                <a:cubicBezTo>
                  <a:pt x="70939" y="96191"/>
                  <a:pt x="68945" y="97354"/>
                  <a:pt x="66758" y="97465"/>
                </a:cubicBezTo>
                <a:cubicBezTo>
                  <a:pt x="64571" y="97576"/>
                  <a:pt x="62466" y="96579"/>
                  <a:pt x="61165" y="94807"/>
                </a:cubicBezTo>
                <a:lnTo>
                  <a:pt x="47874" y="77086"/>
                </a:lnTo>
                <a:cubicBezTo>
                  <a:pt x="45659" y="74151"/>
                  <a:pt x="46268" y="69998"/>
                  <a:pt x="49203" y="67783"/>
                </a:cubicBezTo>
                <a:cubicBezTo>
                  <a:pt x="52138" y="65567"/>
                  <a:pt x="56292" y="66177"/>
                  <a:pt x="58507" y="69112"/>
                </a:cubicBezTo>
                <a:lnTo>
                  <a:pt x="65983" y="79080"/>
                </a:lnTo>
                <a:lnTo>
                  <a:pt x="82984" y="51861"/>
                </a:lnTo>
                <a:cubicBezTo>
                  <a:pt x="84922" y="48760"/>
                  <a:pt x="89020" y="47791"/>
                  <a:pt x="92149" y="49757"/>
                </a:cubicBezTo>
                <a:cubicBezTo>
                  <a:pt x="95278" y="51723"/>
                  <a:pt x="96219" y="55793"/>
                  <a:pt x="94253" y="5892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974651" y="3362547"/>
            <a:ext cx="158602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safe file relocation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8837" y="3628360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141767"/>
                </a:moveTo>
                <a:cubicBezTo>
                  <a:pt x="110006" y="141767"/>
                  <a:pt x="141767" y="110006"/>
                  <a:pt x="141767" y="70884"/>
                </a:cubicBezTo>
                <a:cubicBezTo>
                  <a:pt x="141767" y="31762"/>
                  <a:pt x="110006" y="0"/>
                  <a:pt x="70884" y="0"/>
                </a:cubicBezTo>
                <a:cubicBezTo>
                  <a:pt x="31762" y="0"/>
                  <a:pt x="0" y="31762"/>
                  <a:pt x="0" y="70884"/>
                </a:cubicBezTo>
                <a:cubicBezTo>
                  <a:pt x="0" y="110006"/>
                  <a:pt x="31762" y="141767"/>
                  <a:pt x="70884" y="141767"/>
                </a:cubicBezTo>
                <a:close/>
                <a:moveTo>
                  <a:pt x="94253" y="58894"/>
                </a:moveTo>
                <a:lnTo>
                  <a:pt x="72102" y="94336"/>
                </a:lnTo>
                <a:cubicBezTo>
                  <a:pt x="70939" y="96191"/>
                  <a:pt x="68945" y="97354"/>
                  <a:pt x="66758" y="97465"/>
                </a:cubicBezTo>
                <a:cubicBezTo>
                  <a:pt x="64571" y="97576"/>
                  <a:pt x="62466" y="96579"/>
                  <a:pt x="61165" y="94807"/>
                </a:cubicBezTo>
                <a:lnTo>
                  <a:pt x="47874" y="77086"/>
                </a:lnTo>
                <a:cubicBezTo>
                  <a:pt x="45659" y="74151"/>
                  <a:pt x="46268" y="69998"/>
                  <a:pt x="49203" y="67783"/>
                </a:cubicBezTo>
                <a:cubicBezTo>
                  <a:pt x="52138" y="65567"/>
                  <a:pt x="56292" y="66177"/>
                  <a:pt x="58507" y="69112"/>
                </a:cubicBezTo>
                <a:lnTo>
                  <a:pt x="65983" y="79080"/>
                </a:lnTo>
                <a:lnTo>
                  <a:pt x="82984" y="51861"/>
                </a:lnTo>
                <a:cubicBezTo>
                  <a:pt x="84922" y="48760"/>
                  <a:pt x="89020" y="47791"/>
                  <a:pt x="92149" y="49757"/>
                </a:cubicBezTo>
                <a:cubicBezTo>
                  <a:pt x="95278" y="51723"/>
                  <a:pt x="96219" y="55793"/>
                  <a:pt x="94253" y="5892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974651" y="3610640"/>
            <a:ext cx="195816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admin workflows continue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8849" y="4270744"/>
            <a:ext cx="7044070" cy="1621465"/>
          </a:xfrm>
          <a:custGeom>
            <a:avLst/>
            <a:gdLst/>
            <a:ahLst/>
            <a:cxnLst/>
            <a:rect l="l" t="t" r="r" b="b"/>
            <a:pathLst>
              <a:path w="7044070" h="1621465">
                <a:moveTo>
                  <a:pt x="106319" y="0"/>
                </a:moveTo>
                <a:lnTo>
                  <a:pt x="6937750" y="0"/>
                </a:lnTo>
                <a:cubicBezTo>
                  <a:pt x="6996469" y="0"/>
                  <a:pt x="7044070" y="47601"/>
                  <a:pt x="7044070" y="106319"/>
                </a:cubicBezTo>
                <a:lnTo>
                  <a:pt x="7044070" y="1515146"/>
                </a:lnTo>
                <a:cubicBezTo>
                  <a:pt x="7044070" y="1573864"/>
                  <a:pt x="6996469" y="1621465"/>
                  <a:pt x="6937750" y="1621465"/>
                </a:cubicBezTo>
                <a:lnTo>
                  <a:pt x="106319" y="1621465"/>
                </a:lnTo>
                <a:cubicBezTo>
                  <a:pt x="47601" y="1621465"/>
                  <a:pt x="0" y="1573864"/>
                  <a:pt x="0" y="1515146"/>
                </a:cubicBezTo>
                <a:lnTo>
                  <a:pt x="0" y="106319"/>
                </a:lnTo>
                <a:cubicBezTo>
                  <a:pt x="0" y="47640"/>
                  <a:pt x="47640" y="0"/>
                  <a:pt x="10631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2608" y="4496686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19936" y="9968"/>
                </a:moveTo>
                <a:cubicBezTo>
                  <a:pt x="8940" y="9968"/>
                  <a:pt x="0" y="18908"/>
                  <a:pt x="0" y="29904"/>
                </a:cubicBezTo>
                <a:lnTo>
                  <a:pt x="0" y="129584"/>
                </a:lnTo>
                <a:cubicBezTo>
                  <a:pt x="0" y="140580"/>
                  <a:pt x="8940" y="149520"/>
                  <a:pt x="19936" y="149520"/>
                </a:cubicBezTo>
                <a:lnTo>
                  <a:pt x="119616" y="149520"/>
                </a:lnTo>
                <a:cubicBezTo>
                  <a:pt x="130612" y="149520"/>
                  <a:pt x="139552" y="140580"/>
                  <a:pt x="139552" y="129584"/>
                </a:cubicBezTo>
                <a:lnTo>
                  <a:pt x="139552" y="29904"/>
                </a:lnTo>
                <a:cubicBezTo>
                  <a:pt x="139552" y="18908"/>
                  <a:pt x="130612" y="9968"/>
                  <a:pt x="119616" y="9968"/>
                </a:cubicBezTo>
                <a:lnTo>
                  <a:pt x="19936" y="9968"/>
                </a:lnTo>
                <a:close/>
                <a:moveTo>
                  <a:pt x="39872" y="34888"/>
                </a:moveTo>
                <a:cubicBezTo>
                  <a:pt x="48124" y="34888"/>
                  <a:pt x="54824" y="41588"/>
                  <a:pt x="54824" y="49840"/>
                </a:cubicBezTo>
                <a:cubicBezTo>
                  <a:pt x="54824" y="58092"/>
                  <a:pt x="48124" y="64792"/>
                  <a:pt x="39872" y="64792"/>
                </a:cubicBezTo>
                <a:cubicBezTo>
                  <a:pt x="31620" y="64792"/>
                  <a:pt x="24920" y="58092"/>
                  <a:pt x="24920" y="49840"/>
                </a:cubicBezTo>
                <a:cubicBezTo>
                  <a:pt x="24920" y="41588"/>
                  <a:pt x="31620" y="34888"/>
                  <a:pt x="39872" y="34888"/>
                </a:cubicBezTo>
                <a:close/>
                <a:moveTo>
                  <a:pt x="84728" y="69776"/>
                </a:moveTo>
                <a:cubicBezTo>
                  <a:pt x="87345" y="69776"/>
                  <a:pt x="89743" y="71147"/>
                  <a:pt x="91114" y="73358"/>
                </a:cubicBezTo>
                <a:lnTo>
                  <a:pt x="118526" y="118215"/>
                </a:lnTo>
                <a:cubicBezTo>
                  <a:pt x="119928" y="120520"/>
                  <a:pt x="119990" y="123417"/>
                  <a:pt x="118682" y="125784"/>
                </a:cubicBezTo>
                <a:cubicBezTo>
                  <a:pt x="117373" y="128151"/>
                  <a:pt x="114850" y="129584"/>
                  <a:pt x="112140" y="129584"/>
                </a:cubicBezTo>
                <a:lnTo>
                  <a:pt x="27412" y="129584"/>
                </a:lnTo>
                <a:cubicBezTo>
                  <a:pt x="24640" y="129584"/>
                  <a:pt x="22054" y="128027"/>
                  <a:pt x="20777" y="125566"/>
                </a:cubicBezTo>
                <a:cubicBezTo>
                  <a:pt x="19500" y="123105"/>
                  <a:pt x="19687" y="120115"/>
                  <a:pt x="21275" y="117841"/>
                </a:cubicBezTo>
                <a:lnTo>
                  <a:pt x="38720" y="92921"/>
                </a:lnTo>
                <a:cubicBezTo>
                  <a:pt x="40121" y="90927"/>
                  <a:pt x="42395" y="89743"/>
                  <a:pt x="44856" y="89743"/>
                </a:cubicBezTo>
                <a:cubicBezTo>
                  <a:pt x="47317" y="89743"/>
                  <a:pt x="49591" y="90927"/>
                  <a:pt x="50993" y="92921"/>
                </a:cubicBezTo>
                <a:lnTo>
                  <a:pt x="59216" y="104695"/>
                </a:lnTo>
                <a:lnTo>
                  <a:pt x="78342" y="73390"/>
                </a:lnTo>
                <a:cubicBezTo>
                  <a:pt x="79713" y="71178"/>
                  <a:pt x="82112" y="69807"/>
                  <a:pt x="84728" y="6980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2" name="Text 20"/>
          <p:cNvSpPr/>
          <p:nvPr/>
        </p:nvSpPr>
        <p:spPr>
          <a:xfrm>
            <a:off x="744279" y="4452384"/>
            <a:ext cx="655674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 Library Context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919" y="4811233"/>
            <a:ext cx="6671930" cy="894907"/>
          </a:xfrm>
          <a:custGeom>
            <a:avLst/>
            <a:gdLst/>
            <a:ahLst/>
            <a:cxnLst/>
            <a:rect l="l" t="t" r="r" b="b"/>
            <a:pathLst>
              <a:path w="6671930" h="894907">
                <a:moveTo>
                  <a:pt x="70886" y="0"/>
                </a:moveTo>
                <a:lnTo>
                  <a:pt x="6601045" y="0"/>
                </a:lnTo>
                <a:cubicBezTo>
                  <a:pt x="6640194" y="0"/>
                  <a:pt x="6671930" y="31737"/>
                  <a:pt x="6671930" y="70886"/>
                </a:cubicBezTo>
                <a:lnTo>
                  <a:pt x="6671930" y="824021"/>
                </a:lnTo>
                <a:cubicBezTo>
                  <a:pt x="6671930" y="863170"/>
                  <a:pt x="6640194" y="894907"/>
                  <a:pt x="6601045" y="894907"/>
                </a:cubicBezTo>
                <a:lnTo>
                  <a:pt x="70886" y="894907"/>
                </a:lnTo>
                <a:cubicBezTo>
                  <a:pt x="31737" y="894907"/>
                  <a:pt x="0" y="863170"/>
                  <a:pt x="0" y="824021"/>
                </a:cubicBezTo>
                <a:lnTo>
                  <a:pt x="0" y="70886"/>
                </a:lnTo>
                <a:cubicBezTo>
                  <a:pt x="0" y="31737"/>
                  <a:pt x="31737" y="0"/>
                  <a:pt x="708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116" y="4957430"/>
            <a:ext cx="644155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 Library:</a:t>
            </a:r>
            <a:r>
              <a:rPr lang="en-US" sz="97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PHP extension for image processing (resizing, compression, format conversion)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1116" y="5205523"/>
            <a:ext cx="6441558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detects GD availability and adjusts functionality accordingly, ensuring core upload features remain operational.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88988" y="1244895"/>
            <a:ext cx="4244163" cy="4049233"/>
          </a:xfrm>
          <a:custGeom>
            <a:avLst/>
            <a:gdLst/>
            <a:ahLst/>
            <a:cxnLst/>
            <a:rect l="l" t="t" r="r" b="b"/>
            <a:pathLst>
              <a:path w="4244163" h="4049233">
                <a:moveTo>
                  <a:pt x="106333" y="0"/>
                </a:moveTo>
                <a:lnTo>
                  <a:pt x="4137830" y="0"/>
                </a:lnTo>
                <a:cubicBezTo>
                  <a:pt x="4196556" y="0"/>
                  <a:pt x="4244163" y="47607"/>
                  <a:pt x="4244163" y="106333"/>
                </a:cubicBezTo>
                <a:lnTo>
                  <a:pt x="4244163" y="3942900"/>
                </a:lnTo>
                <a:cubicBezTo>
                  <a:pt x="4244163" y="4001626"/>
                  <a:pt x="4196556" y="4049233"/>
                  <a:pt x="4137830" y="4049233"/>
                </a:cubicBezTo>
                <a:lnTo>
                  <a:pt x="106333" y="4049233"/>
                </a:lnTo>
                <a:cubicBezTo>
                  <a:pt x="47607" y="4049233"/>
                  <a:pt x="0" y="4001626"/>
                  <a:pt x="0" y="3942900"/>
                </a:cubicBezTo>
                <a:lnTo>
                  <a:pt x="0" y="106333"/>
                </a:lnTo>
                <a:cubicBezTo>
                  <a:pt x="0" y="47646"/>
                  <a:pt x="47646" y="0"/>
                  <a:pt x="106333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02747" y="1470837"/>
            <a:ext cx="139552" cy="159488"/>
          </a:xfrm>
          <a:custGeom>
            <a:avLst/>
            <a:gdLst/>
            <a:ahLst/>
            <a:cxnLst/>
            <a:rect l="l" t="t" r="r" b="b"/>
            <a:pathLst>
              <a:path w="139552" h="159488">
                <a:moveTo>
                  <a:pt x="24920" y="32396"/>
                </a:moveTo>
                <a:cubicBezTo>
                  <a:pt x="29046" y="32396"/>
                  <a:pt x="32396" y="29046"/>
                  <a:pt x="32396" y="24920"/>
                </a:cubicBezTo>
                <a:cubicBezTo>
                  <a:pt x="32396" y="20794"/>
                  <a:pt x="29046" y="17444"/>
                  <a:pt x="24920" y="17444"/>
                </a:cubicBezTo>
                <a:cubicBezTo>
                  <a:pt x="20794" y="17444"/>
                  <a:pt x="17444" y="20794"/>
                  <a:pt x="17444" y="24920"/>
                </a:cubicBezTo>
                <a:cubicBezTo>
                  <a:pt x="17444" y="29046"/>
                  <a:pt x="20794" y="32396"/>
                  <a:pt x="24920" y="32396"/>
                </a:cubicBezTo>
                <a:close/>
                <a:moveTo>
                  <a:pt x="49840" y="24920"/>
                </a:moveTo>
                <a:cubicBezTo>
                  <a:pt x="49840" y="35137"/>
                  <a:pt x="43704" y="43922"/>
                  <a:pt x="34888" y="47753"/>
                </a:cubicBezTo>
                <a:lnTo>
                  <a:pt x="34888" y="69776"/>
                </a:lnTo>
                <a:lnTo>
                  <a:pt x="89712" y="69776"/>
                </a:lnTo>
                <a:cubicBezTo>
                  <a:pt x="97967" y="69776"/>
                  <a:pt x="104664" y="63079"/>
                  <a:pt x="104664" y="54824"/>
                </a:cubicBezTo>
                <a:lnTo>
                  <a:pt x="104664" y="47753"/>
                </a:lnTo>
                <a:cubicBezTo>
                  <a:pt x="95849" y="43922"/>
                  <a:pt x="89712" y="35137"/>
                  <a:pt x="89712" y="24920"/>
                </a:cubicBezTo>
                <a:cubicBezTo>
                  <a:pt x="89712" y="11152"/>
                  <a:pt x="100864" y="0"/>
                  <a:pt x="114632" y="0"/>
                </a:cubicBezTo>
                <a:cubicBezTo>
                  <a:pt x="128401" y="0"/>
                  <a:pt x="139552" y="11152"/>
                  <a:pt x="139552" y="24920"/>
                </a:cubicBezTo>
                <a:cubicBezTo>
                  <a:pt x="139552" y="35137"/>
                  <a:pt x="133416" y="43922"/>
                  <a:pt x="124600" y="47753"/>
                </a:cubicBezTo>
                <a:lnTo>
                  <a:pt x="124600" y="54824"/>
                </a:lnTo>
                <a:cubicBezTo>
                  <a:pt x="124600" y="74106"/>
                  <a:pt x="108994" y="89712"/>
                  <a:pt x="89712" y="89712"/>
                </a:cubicBezTo>
                <a:lnTo>
                  <a:pt x="34888" y="89712"/>
                </a:lnTo>
                <a:lnTo>
                  <a:pt x="34888" y="111735"/>
                </a:lnTo>
                <a:cubicBezTo>
                  <a:pt x="43704" y="115567"/>
                  <a:pt x="49840" y="124351"/>
                  <a:pt x="49840" y="134568"/>
                </a:cubicBezTo>
                <a:cubicBezTo>
                  <a:pt x="49840" y="148337"/>
                  <a:pt x="38688" y="159488"/>
                  <a:pt x="24920" y="159488"/>
                </a:cubicBezTo>
                <a:cubicBezTo>
                  <a:pt x="11152" y="159488"/>
                  <a:pt x="0" y="148337"/>
                  <a:pt x="0" y="134568"/>
                </a:cubicBezTo>
                <a:cubicBezTo>
                  <a:pt x="0" y="124351"/>
                  <a:pt x="6137" y="115567"/>
                  <a:pt x="14952" y="111735"/>
                </a:cubicBezTo>
                <a:lnTo>
                  <a:pt x="14952" y="47784"/>
                </a:lnTo>
                <a:cubicBezTo>
                  <a:pt x="6137" y="43922"/>
                  <a:pt x="0" y="35137"/>
                  <a:pt x="0" y="24920"/>
                </a:cubicBezTo>
                <a:cubicBezTo>
                  <a:pt x="0" y="11152"/>
                  <a:pt x="11152" y="0"/>
                  <a:pt x="24920" y="0"/>
                </a:cubicBezTo>
                <a:cubicBezTo>
                  <a:pt x="38688" y="0"/>
                  <a:pt x="49840" y="11152"/>
                  <a:pt x="49840" y="24920"/>
                </a:cubicBezTo>
                <a:close/>
                <a:moveTo>
                  <a:pt x="122108" y="24920"/>
                </a:moveTo>
                <a:cubicBezTo>
                  <a:pt x="122108" y="20794"/>
                  <a:pt x="118758" y="17444"/>
                  <a:pt x="114632" y="17444"/>
                </a:cubicBezTo>
                <a:cubicBezTo>
                  <a:pt x="110506" y="17444"/>
                  <a:pt x="107156" y="20794"/>
                  <a:pt x="107156" y="24920"/>
                </a:cubicBezTo>
                <a:cubicBezTo>
                  <a:pt x="107156" y="29046"/>
                  <a:pt x="110506" y="32396"/>
                  <a:pt x="114632" y="32396"/>
                </a:cubicBezTo>
                <a:cubicBezTo>
                  <a:pt x="118758" y="32396"/>
                  <a:pt x="122108" y="29046"/>
                  <a:pt x="122108" y="24920"/>
                </a:cubicBezTo>
                <a:close/>
                <a:moveTo>
                  <a:pt x="24920" y="142044"/>
                </a:moveTo>
                <a:cubicBezTo>
                  <a:pt x="29046" y="142044"/>
                  <a:pt x="32396" y="138694"/>
                  <a:pt x="32396" y="134568"/>
                </a:cubicBezTo>
                <a:cubicBezTo>
                  <a:pt x="32396" y="130442"/>
                  <a:pt x="29046" y="127092"/>
                  <a:pt x="24920" y="127092"/>
                </a:cubicBezTo>
                <a:cubicBezTo>
                  <a:pt x="20794" y="127092"/>
                  <a:pt x="17444" y="130442"/>
                  <a:pt x="17444" y="134568"/>
                </a:cubicBezTo>
                <a:cubicBezTo>
                  <a:pt x="17444" y="138694"/>
                  <a:pt x="20794" y="142044"/>
                  <a:pt x="24920" y="142044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8" name="Text 26"/>
          <p:cNvSpPr/>
          <p:nvPr/>
        </p:nvSpPr>
        <p:spPr>
          <a:xfrm>
            <a:off x="7974419" y="1426535"/>
            <a:ext cx="375683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Fallback 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5058" y="1882849"/>
            <a:ext cx="416442" cy="416442"/>
          </a:xfrm>
          <a:custGeom>
            <a:avLst/>
            <a:gdLst/>
            <a:ahLst/>
            <a:cxnLst/>
            <a:rect l="l" t="t" r="r" b="b"/>
            <a:pathLst>
              <a:path w="416442" h="416442">
                <a:moveTo>
                  <a:pt x="70883" y="0"/>
                </a:moveTo>
                <a:lnTo>
                  <a:pt x="345559" y="0"/>
                </a:lnTo>
                <a:cubicBezTo>
                  <a:pt x="384680" y="0"/>
                  <a:pt x="416442" y="31761"/>
                  <a:pt x="416442" y="70883"/>
                </a:cubicBezTo>
                <a:lnTo>
                  <a:pt x="416442" y="345559"/>
                </a:lnTo>
                <a:cubicBezTo>
                  <a:pt x="416442" y="384707"/>
                  <a:pt x="384707" y="416442"/>
                  <a:pt x="345559" y="416442"/>
                </a:cubicBezTo>
                <a:lnTo>
                  <a:pt x="70883" y="416442"/>
                </a:lnTo>
                <a:cubicBezTo>
                  <a:pt x="31761" y="416442"/>
                  <a:pt x="0" y="384680"/>
                  <a:pt x="0" y="345559"/>
                </a:cubicBezTo>
                <a:lnTo>
                  <a:pt x="0" y="70883"/>
                </a:lnTo>
                <a:cubicBezTo>
                  <a:pt x="0" y="31761"/>
                  <a:pt x="31761" y="0"/>
                  <a:pt x="70883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4898" y="1984744"/>
            <a:ext cx="12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42128" y="1820826"/>
            <a:ext cx="3304953" cy="540488"/>
          </a:xfrm>
          <a:custGeom>
            <a:avLst/>
            <a:gdLst/>
            <a:ahLst/>
            <a:cxnLst/>
            <a:rect l="l" t="t" r="r" b="b"/>
            <a:pathLst>
              <a:path w="3304953" h="540488">
                <a:moveTo>
                  <a:pt x="70885" y="0"/>
                </a:moveTo>
                <a:lnTo>
                  <a:pt x="3234068" y="0"/>
                </a:lnTo>
                <a:cubicBezTo>
                  <a:pt x="3273217" y="0"/>
                  <a:pt x="3304953" y="31736"/>
                  <a:pt x="3304953" y="70885"/>
                </a:cubicBezTo>
                <a:lnTo>
                  <a:pt x="3304953" y="469603"/>
                </a:lnTo>
                <a:cubicBezTo>
                  <a:pt x="3304953" y="508752"/>
                  <a:pt x="3273217" y="540488"/>
                  <a:pt x="3234068" y="540488"/>
                </a:cubicBezTo>
                <a:lnTo>
                  <a:pt x="70885" y="540488"/>
                </a:lnTo>
                <a:cubicBezTo>
                  <a:pt x="31763" y="540488"/>
                  <a:pt x="0" y="508726"/>
                  <a:pt x="0" y="469603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2884" y="1931581"/>
            <a:ext cx="314546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Received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2884" y="2108791"/>
            <a:ext cx="313660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passes initial validation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657907" y="2472070"/>
            <a:ext cx="106326" cy="141767"/>
          </a:xfrm>
          <a:custGeom>
            <a:avLst/>
            <a:gdLst/>
            <a:ahLst/>
            <a:cxnLst/>
            <a:rect l="l" t="t" r="r" b="b"/>
            <a:pathLst>
              <a:path w="106326" h="141767">
                <a:moveTo>
                  <a:pt x="46905" y="139165"/>
                </a:moveTo>
                <a:cubicBezTo>
                  <a:pt x="50366" y="142626"/>
                  <a:pt x="55987" y="142626"/>
                  <a:pt x="59448" y="139165"/>
                </a:cubicBezTo>
                <a:lnTo>
                  <a:pt x="103751" y="94862"/>
                </a:lnTo>
                <a:cubicBezTo>
                  <a:pt x="107212" y="91401"/>
                  <a:pt x="107212" y="85780"/>
                  <a:pt x="103751" y="82319"/>
                </a:cubicBezTo>
                <a:cubicBezTo>
                  <a:pt x="100289" y="78858"/>
                  <a:pt x="94669" y="78858"/>
                  <a:pt x="91207" y="82319"/>
                </a:cubicBezTo>
                <a:lnTo>
                  <a:pt x="62023" y="111503"/>
                </a:lnTo>
                <a:lnTo>
                  <a:pt x="62023" y="8860"/>
                </a:lnTo>
                <a:cubicBezTo>
                  <a:pt x="62023" y="3960"/>
                  <a:pt x="58064" y="0"/>
                  <a:pt x="53163" y="0"/>
                </a:cubicBezTo>
                <a:cubicBezTo>
                  <a:pt x="48262" y="0"/>
                  <a:pt x="44302" y="3960"/>
                  <a:pt x="44302" y="8860"/>
                </a:cubicBezTo>
                <a:lnTo>
                  <a:pt x="44302" y="111503"/>
                </a:lnTo>
                <a:lnTo>
                  <a:pt x="15118" y="82319"/>
                </a:lnTo>
                <a:cubicBezTo>
                  <a:pt x="11657" y="78858"/>
                  <a:pt x="6036" y="78858"/>
                  <a:pt x="2575" y="82319"/>
                </a:cubicBezTo>
                <a:cubicBezTo>
                  <a:pt x="-886" y="85780"/>
                  <a:pt x="-886" y="91401"/>
                  <a:pt x="2575" y="94862"/>
                </a:cubicBezTo>
                <a:lnTo>
                  <a:pt x="46877" y="139165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775058" y="2786616"/>
            <a:ext cx="416442" cy="416442"/>
          </a:xfrm>
          <a:custGeom>
            <a:avLst/>
            <a:gdLst/>
            <a:ahLst/>
            <a:cxnLst/>
            <a:rect l="l" t="t" r="r" b="b"/>
            <a:pathLst>
              <a:path w="416442" h="416442">
                <a:moveTo>
                  <a:pt x="70883" y="0"/>
                </a:moveTo>
                <a:lnTo>
                  <a:pt x="345559" y="0"/>
                </a:lnTo>
                <a:cubicBezTo>
                  <a:pt x="384680" y="0"/>
                  <a:pt x="416442" y="31761"/>
                  <a:pt x="416442" y="70883"/>
                </a:cubicBezTo>
                <a:lnTo>
                  <a:pt x="416442" y="345559"/>
                </a:lnTo>
                <a:cubicBezTo>
                  <a:pt x="416442" y="384707"/>
                  <a:pt x="384707" y="416442"/>
                  <a:pt x="345559" y="416442"/>
                </a:cubicBezTo>
                <a:lnTo>
                  <a:pt x="70883" y="416442"/>
                </a:lnTo>
                <a:cubicBezTo>
                  <a:pt x="31761" y="416442"/>
                  <a:pt x="0" y="384680"/>
                  <a:pt x="0" y="345559"/>
                </a:cubicBezTo>
                <a:lnTo>
                  <a:pt x="0" y="70883"/>
                </a:lnTo>
                <a:cubicBezTo>
                  <a:pt x="0" y="31761"/>
                  <a:pt x="31761" y="0"/>
                  <a:pt x="70883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2092" y="2888512"/>
            <a:ext cx="15062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42128" y="2724593"/>
            <a:ext cx="3304953" cy="540488"/>
          </a:xfrm>
          <a:custGeom>
            <a:avLst/>
            <a:gdLst/>
            <a:ahLst/>
            <a:cxnLst/>
            <a:rect l="l" t="t" r="r" b="b"/>
            <a:pathLst>
              <a:path w="3304953" h="540488">
                <a:moveTo>
                  <a:pt x="70885" y="0"/>
                </a:moveTo>
                <a:lnTo>
                  <a:pt x="3234068" y="0"/>
                </a:lnTo>
                <a:cubicBezTo>
                  <a:pt x="3273217" y="0"/>
                  <a:pt x="3304953" y="31736"/>
                  <a:pt x="3304953" y="70885"/>
                </a:cubicBezTo>
                <a:lnTo>
                  <a:pt x="3304953" y="469603"/>
                </a:lnTo>
                <a:cubicBezTo>
                  <a:pt x="3304953" y="508752"/>
                  <a:pt x="3273217" y="540488"/>
                  <a:pt x="3234068" y="540488"/>
                </a:cubicBezTo>
                <a:lnTo>
                  <a:pt x="70885" y="540488"/>
                </a:lnTo>
                <a:cubicBezTo>
                  <a:pt x="31763" y="540488"/>
                  <a:pt x="0" y="508726"/>
                  <a:pt x="0" y="469603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2884" y="2835349"/>
            <a:ext cx="314546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GD Availability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52884" y="3012558"/>
            <a:ext cx="313660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extension_loaded('gd') test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57907" y="3375837"/>
            <a:ext cx="106326" cy="141767"/>
          </a:xfrm>
          <a:custGeom>
            <a:avLst/>
            <a:gdLst/>
            <a:ahLst/>
            <a:cxnLst/>
            <a:rect l="l" t="t" r="r" b="b"/>
            <a:pathLst>
              <a:path w="106326" h="141767">
                <a:moveTo>
                  <a:pt x="46905" y="139165"/>
                </a:moveTo>
                <a:cubicBezTo>
                  <a:pt x="50366" y="142626"/>
                  <a:pt x="55987" y="142626"/>
                  <a:pt x="59448" y="139165"/>
                </a:cubicBezTo>
                <a:lnTo>
                  <a:pt x="103751" y="94862"/>
                </a:lnTo>
                <a:cubicBezTo>
                  <a:pt x="107212" y="91401"/>
                  <a:pt x="107212" y="85780"/>
                  <a:pt x="103751" y="82319"/>
                </a:cubicBezTo>
                <a:cubicBezTo>
                  <a:pt x="100289" y="78858"/>
                  <a:pt x="94669" y="78858"/>
                  <a:pt x="91207" y="82319"/>
                </a:cubicBezTo>
                <a:lnTo>
                  <a:pt x="62023" y="111503"/>
                </a:lnTo>
                <a:lnTo>
                  <a:pt x="62023" y="8860"/>
                </a:lnTo>
                <a:cubicBezTo>
                  <a:pt x="62023" y="3960"/>
                  <a:pt x="58064" y="0"/>
                  <a:pt x="53163" y="0"/>
                </a:cubicBezTo>
                <a:cubicBezTo>
                  <a:pt x="48262" y="0"/>
                  <a:pt x="44302" y="3960"/>
                  <a:pt x="44302" y="8860"/>
                </a:cubicBezTo>
                <a:lnTo>
                  <a:pt x="44302" y="111503"/>
                </a:lnTo>
                <a:lnTo>
                  <a:pt x="15118" y="82319"/>
                </a:lnTo>
                <a:cubicBezTo>
                  <a:pt x="11657" y="78858"/>
                  <a:pt x="6036" y="78858"/>
                  <a:pt x="2575" y="82319"/>
                </a:cubicBezTo>
                <a:cubicBezTo>
                  <a:pt x="-886" y="85780"/>
                  <a:pt x="-886" y="91401"/>
                  <a:pt x="2575" y="94862"/>
                </a:cubicBezTo>
                <a:lnTo>
                  <a:pt x="46877" y="139165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775058" y="3628360"/>
            <a:ext cx="1878419" cy="575930"/>
          </a:xfrm>
          <a:custGeom>
            <a:avLst/>
            <a:gdLst/>
            <a:ahLst/>
            <a:cxnLst/>
            <a:rect l="l" t="t" r="r" b="b"/>
            <a:pathLst>
              <a:path w="1878419" h="575930">
                <a:moveTo>
                  <a:pt x="70885" y="0"/>
                </a:moveTo>
                <a:lnTo>
                  <a:pt x="1807533" y="0"/>
                </a:lnTo>
                <a:cubicBezTo>
                  <a:pt x="1846682" y="0"/>
                  <a:pt x="1878419" y="31737"/>
                  <a:pt x="1878419" y="70885"/>
                </a:cubicBezTo>
                <a:lnTo>
                  <a:pt x="1878419" y="505045"/>
                </a:lnTo>
                <a:cubicBezTo>
                  <a:pt x="1878419" y="544194"/>
                  <a:pt x="1846682" y="575930"/>
                  <a:pt x="1807533" y="575930"/>
                </a:cubicBezTo>
                <a:lnTo>
                  <a:pt x="70885" y="575930"/>
                </a:lnTo>
                <a:cubicBezTo>
                  <a:pt x="31737" y="575930"/>
                  <a:pt x="0" y="544194"/>
                  <a:pt x="0" y="505045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85814" y="3739116"/>
            <a:ext cx="171893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 Available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85814" y="3951767"/>
            <a:ext cx="1710070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with compression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768663" y="3628360"/>
            <a:ext cx="1878419" cy="575930"/>
          </a:xfrm>
          <a:custGeom>
            <a:avLst/>
            <a:gdLst/>
            <a:ahLst/>
            <a:cxnLst/>
            <a:rect l="l" t="t" r="r" b="b"/>
            <a:pathLst>
              <a:path w="1878419" h="575930">
                <a:moveTo>
                  <a:pt x="70885" y="0"/>
                </a:moveTo>
                <a:lnTo>
                  <a:pt x="1807533" y="0"/>
                </a:lnTo>
                <a:cubicBezTo>
                  <a:pt x="1846682" y="0"/>
                  <a:pt x="1878419" y="31737"/>
                  <a:pt x="1878419" y="70885"/>
                </a:cubicBezTo>
                <a:lnTo>
                  <a:pt x="1878419" y="505045"/>
                </a:lnTo>
                <a:cubicBezTo>
                  <a:pt x="1878419" y="544194"/>
                  <a:pt x="1846682" y="575930"/>
                  <a:pt x="1807533" y="575930"/>
                </a:cubicBezTo>
                <a:lnTo>
                  <a:pt x="70885" y="575930"/>
                </a:lnTo>
                <a:cubicBezTo>
                  <a:pt x="31737" y="575930"/>
                  <a:pt x="0" y="544194"/>
                  <a:pt x="0" y="505045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9419" y="3739116"/>
            <a:ext cx="171893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 Missing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879419" y="3951767"/>
            <a:ext cx="1710070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Skip to direct move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657907" y="4315047"/>
            <a:ext cx="106326" cy="141767"/>
          </a:xfrm>
          <a:custGeom>
            <a:avLst/>
            <a:gdLst/>
            <a:ahLst/>
            <a:cxnLst/>
            <a:rect l="l" t="t" r="r" b="b"/>
            <a:pathLst>
              <a:path w="106326" h="141767">
                <a:moveTo>
                  <a:pt x="46905" y="139165"/>
                </a:moveTo>
                <a:cubicBezTo>
                  <a:pt x="50366" y="142626"/>
                  <a:pt x="55987" y="142626"/>
                  <a:pt x="59448" y="139165"/>
                </a:cubicBezTo>
                <a:lnTo>
                  <a:pt x="103751" y="94862"/>
                </a:lnTo>
                <a:cubicBezTo>
                  <a:pt x="107212" y="91401"/>
                  <a:pt x="107212" y="85780"/>
                  <a:pt x="103751" y="82319"/>
                </a:cubicBezTo>
                <a:cubicBezTo>
                  <a:pt x="100289" y="78858"/>
                  <a:pt x="94669" y="78858"/>
                  <a:pt x="91207" y="82319"/>
                </a:cubicBezTo>
                <a:lnTo>
                  <a:pt x="62023" y="111503"/>
                </a:lnTo>
                <a:lnTo>
                  <a:pt x="62023" y="8860"/>
                </a:lnTo>
                <a:cubicBezTo>
                  <a:pt x="62023" y="3960"/>
                  <a:pt x="58064" y="0"/>
                  <a:pt x="53163" y="0"/>
                </a:cubicBezTo>
                <a:cubicBezTo>
                  <a:pt x="48262" y="0"/>
                  <a:pt x="44302" y="3960"/>
                  <a:pt x="44302" y="8860"/>
                </a:cubicBezTo>
                <a:lnTo>
                  <a:pt x="44302" y="111503"/>
                </a:lnTo>
                <a:lnTo>
                  <a:pt x="15118" y="82319"/>
                </a:lnTo>
                <a:cubicBezTo>
                  <a:pt x="11657" y="78858"/>
                  <a:pt x="6036" y="78858"/>
                  <a:pt x="2575" y="82319"/>
                </a:cubicBezTo>
                <a:cubicBezTo>
                  <a:pt x="-886" y="85780"/>
                  <a:pt x="-886" y="91401"/>
                  <a:pt x="2575" y="94862"/>
                </a:cubicBezTo>
                <a:lnTo>
                  <a:pt x="46877" y="139165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775058" y="4629593"/>
            <a:ext cx="416442" cy="416442"/>
          </a:xfrm>
          <a:custGeom>
            <a:avLst/>
            <a:gdLst/>
            <a:ahLst/>
            <a:cxnLst/>
            <a:rect l="l" t="t" r="r" b="b"/>
            <a:pathLst>
              <a:path w="416442" h="416442">
                <a:moveTo>
                  <a:pt x="70883" y="0"/>
                </a:moveTo>
                <a:lnTo>
                  <a:pt x="345559" y="0"/>
                </a:lnTo>
                <a:cubicBezTo>
                  <a:pt x="384680" y="0"/>
                  <a:pt x="416442" y="31761"/>
                  <a:pt x="416442" y="70883"/>
                </a:cubicBezTo>
                <a:lnTo>
                  <a:pt x="416442" y="345559"/>
                </a:lnTo>
                <a:cubicBezTo>
                  <a:pt x="416442" y="384707"/>
                  <a:pt x="384707" y="416442"/>
                  <a:pt x="345559" y="416442"/>
                </a:cubicBezTo>
                <a:lnTo>
                  <a:pt x="70883" y="416442"/>
                </a:lnTo>
                <a:cubicBezTo>
                  <a:pt x="31761" y="416442"/>
                  <a:pt x="0" y="384680"/>
                  <a:pt x="0" y="345559"/>
                </a:cubicBezTo>
                <a:lnTo>
                  <a:pt x="0" y="70883"/>
                </a:lnTo>
                <a:cubicBezTo>
                  <a:pt x="0" y="31761"/>
                  <a:pt x="31761" y="0"/>
                  <a:pt x="70883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12700">
            <a:solidFill>
              <a:srgbClr val="C9A86A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21256" y="4766930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0" name="Shape 48"/>
          <p:cNvSpPr/>
          <p:nvPr/>
        </p:nvSpPr>
        <p:spPr>
          <a:xfrm>
            <a:off x="8342128" y="4567570"/>
            <a:ext cx="3304953" cy="540488"/>
          </a:xfrm>
          <a:custGeom>
            <a:avLst/>
            <a:gdLst/>
            <a:ahLst/>
            <a:cxnLst/>
            <a:rect l="l" t="t" r="r" b="b"/>
            <a:pathLst>
              <a:path w="3304953" h="540488">
                <a:moveTo>
                  <a:pt x="70885" y="0"/>
                </a:moveTo>
                <a:lnTo>
                  <a:pt x="3234068" y="0"/>
                </a:lnTo>
                <a:cubicBezTo>
                  <a:pt x="3273217" y="0"/>
                  <a:pt x="3304953" y="31736"/>
                  <a:pt x="3304953" y="70885"/>
                </a:cubicBezTo>
                <a:lnTo>
                  <a:pt x="3304953" y="469603"/>
                </a:lnTo>
                <a:cubicBezTo>
                  <a:pt x="3304953" y="508752"/>
                  <a:pt x="3273217" y="540488"/>
                  <a:pt x="3234068" y="540488"/>
                </a:cubicBezTo>
                <a:lnTo>
                  <a:pt x="70885" y="540488"/>
                </a:lnTo>
                <a:cubicBezTo>
                  <a:pt x="31763" y="540488"/>
                  <a:pt x="0" y="508726"/>
                  <a:pt x="0" y="469603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2884" y="4678326"/>
            <a:ext cx="314546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Complete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52884" y="4855535"/>
            <a:ext cx="313660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saved successfully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" y="372844"/>
            <a:ext cx="74569" cy="298275"/>
          </a:xfrm>
          <a:custGeom>
            <a:avLst/>
            <a:gdLst/>
            <a:ahLst/>
            <a:cxnLst/>
            <a:rect l="l" t="t" r="r" b="b"/>
            <a:pathLst>
              <a:path w="74569" h="298275">
                <a:moveTo>
                  <a:pt x="37284" y="0"/>
                </a:moveTo>
                <a:lnTo>
                  <a:pt x="37284" y="0"/>
                </a:lnTo>
                <a:cubicBezTo>
                  <a:pt x="57876" y="0"/>
                  <a:pt x="74569" y="16693"/>
                  <a:pt x="74569" y="37284"/>
                </a:cubicBezTo>
                <a:lnTo>
                  <a:pt x="74569" y="260991"/>
                </a:lnTo>
                <a:cubicBezTo>
                  <a:pt x="74569" y="281582"/>
                  <a:pt x="57876" y="298275"/>
                  <a:pt x="37284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59266" y="428771"/>
            <a:ext cx="162187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kern="0" spc="103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2844" y="745688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 State Management with Sessions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505" y="1309615"/>
            <a:ext cx="5620624" cy="3290349"/>
          </a:xfrm>
          <a:custGeom>
            <a:avLst/>
            <a:gdLst/>
            <a:ahLst/>
            <a:cxnLst/>
            <a:rect l="l" t="t" r="r" b="b"/>
            <a:pathLst>
              <a:path w="5620624" h="3290349">
                <a:moveTo>
                  <a:pt x="111839" y="0"/>
                </a:moveTo>
                <a:lnTo>
                  <a:pt x="5508785" y="0"/>
                </a:lnTo>
                <a:cubicBezTo>
                  <a:pt x="5570552" y="0"/>
                  <a:pt x="5620624" y="50072"/>
                  <a:pt x="5620624" y="111839"/>
                </a:cubicBezTo>
                <a:lnTo>
                  <a:pt x="5620624" y="3178510"/>
                </a:lnTo>
                <a:cubicBezTo>
                  <a:pt x="5620624" y="3240277"/>
                  <a:pt x="5570552" y="3290349"/>
                  <a:pt x="5508785" y="3290349"/>
                </a:cubicBezTo>
                <a:lnTo>
                  <a:pt x="111839" y="3290349"/>
                </a:lnTo>
                <a:cubicBezTo>
                  <a:pt x="50072" y="3290349"/>
                  <a:pt x="0" y="3240277"/>
                  <a:pt x="0" y="3178510"/>
                </a:cubicBezTo>
                <a:lnTo>
                  <a:pt x="0" y="111839"/>
                </a:lnTo>
                <a:cubicBezTo>
                  <a:pt x="0" y="50072"/>
                  <a:pt x="50072" y="0"/>
                  <a:pt x="11183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3248" y="1505358"/>
            <a:ext cx="363523" cy="363523"/>
          </a:xfrm>
          <a:custGeom>
            <a:avLst/>
            <a:gdLst/>
            <a:ahLst/>
            <a:cxnLst/>
            <a:rect l="l" t="t" r="r" b="b"/>
            <a:pathLst>
              <a:path w="363523" h="363523">
                <a:moveTo>
                  <a:pt x="74569" y="0"/>
                </a:moveTo>
                <a:lnTo>
                  <a:pt x="288953" y="0"/>
                </a:lnTo>
                <a:cubicBezTo>
                  <a:pt x="330137" y="0"/>
                  <a:pt x="363523" y="33386"/>
                  <a:pt x="363523" y="74569"/>
                </a:cubicBezTo>
                <a:lnTo>
                  <a:pt x="363523" y="288953"/>
                </a:lnTo>
                <a:cubicBezTo>
                  <a:pt x="363523" y="330137"/>
                  <a:pt x="330137" y="363523"/>
                  <a:pt x="288953" y="363523"/>
                </a:cubicBezTo>
                <a:lnTo>
                  <a:pt x="74569" y="363523"/>
                </a:lnTo>
                <a:cubicBezTo>
                  <a:pt x="33386" y="363523"/>
                  <a:pt x="0" y="330137"/>
                  <a:pt x="0" y="288953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3450" y="1603229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0" y="83890"/>
                </a:moveTo>
                <a:cubicBezTo>
                  <a:pt x="0" y="37590"/>
                  <a:pt x="37590" y="0"/>
                  <a:pt x="83890" y="0"/>
                </a:cubicBezTo>
                <a:cubicBezTo>
                  <a:pt x="130190" y="0"/>
                  <a:pt x="167780" y="37590"/>
                  <a:pt x="167780" y="83890"/>
                </a:cubicBezTo>
                <a:cubicBezTo>
                  <a:pt x="167780" y="130190"/>
                  <a:pt x="130190" y="167780"/>
                  <a:pt x="83890" y="167780"/>
                </a:cubicBezTo>
                <a:cubicBezTo>
                  <a:pt x="37590" y="167780"/>
                  <a:pt x="0" y="130190"/>
                  <a:pt x="0" y="83890"/>
                </a:cubicBezTo>
                <a:close/>
                <a:moveTo>
                  <a:pt x="61705" y="48204"/>
                </a:moveTo>
                <a:cubicBezTo>
                  <a:pt x="59214" y="49580"/>
                  <a:pt x="57674" y="52235"/>
                  <a:pt x="57674" y="55053"/>
                </a:cubicBezTo>
                <a:lnTo>
                  <a:pt x="57674" y="112727"/>
                </a:lnTo>
                <a:cubicBezTo>
                  <a:pt x="57674" y="115578"/>
                  <a:pt x="59214" y="118200"/>
                  <a:pt x="61705" y="119576"/>
                </a:cubicBezTo>
                <a:cubicBezTo>
                  <a:pt x="64195" y="120952"/>
                  <a:pt x="67210" y="120919"/>
                  <a:pt x="69668" y="119412"/>
                </a:cubicBezTo>
                <a:lnTo>
                  <a:pt x="116856" y="90575"/>
                </a:lnTo>
                <a:cubicBezTo>
                  <a:pt x="119183" y="89133"/>
                  <a:pt x="120625" y="86610"/>
                  <a:pt x="120625" y="83857"/>
                </a:cubicBezTo>
                <a:cubicBezTo>
                  <a:pt x="120625" y="81105"/>
                  <a:pt x="119183" y="78581"/>
                  <a:pt x="116856" y="77139"/>
                </a:cubicBezTo>
                <a:lnTo>
                  <a:pt x="69668" y="48302"/>
                </a:lnTo>
                <a:cubicBezTo>
                  <a:pt x="67243" y="46828"/>
                  <a:pt x="64195" y="46762"/>
                  <a:pt x="61705" y="4813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53284" y="1556624"/>
            <a:ext cx="176168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Initialization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8587" y="2022679"/>
            <a:ext cx="5303706" cy="428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8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 are initiated at the </a:t>
            </a:r>
            <a:r>
              <a:rPr lang="en-US" sz="102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of the runtime application</a:t>
            </a:r>
            <a:r>
              <a:rPr lang="en-US" sz="1028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establishing the foundation for all state-dependent operations.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3248" y="2600587"/>
            <a:ext cx="5229138" cy="1798972"/>
          </a:xfrm>
          <a:custGeom>
            <a:avLst/>
            <a:gdLst/>
            <a:ahLst/>
            <a:cxnLst/>
            <a:rect l="l" t="t" r="r" b="b"/>
            <a:pathLst>
              <a:path w="5229138" h="1798972">
                <a:moveTo>
                  <a:pt x="74567" y="0"/>
                </a:moveTo>
                <a:lnTo>
                  <a:pt x="5154570" y="0"/>
                </a:lnTo>
                <a:cubicBezTo>
                  <a:pt x="5195753" y="0"/>
                  <a:pt x="5229138" y="33385"/>
                  <a:pt x="5229138" y="74567"/>
                </a:cubicBezTo>
                <a:lnTo>
                  <a:pt x="5229138" y="1724405"/>
                </a:lnTo>
                <a:cubicBezTo>
                  <a:pt x="5229138" y="1765588"/>
                  <a:pt x="5195753" y="1798972"/>
                  <a:pt x="5154570" y="1798972"/>
                </a:cubicBezTo>
                <a:lnTo>
                  <a:pt x="74567" y="1798972"/>
                </a:lnTo>
                <a:cubicBezTo>
                  <a:pt x="33385" y="1798972"/>
                  <a:pt x="0" y="1765588"/>
                  <a:pt x="0" y="1724405"/>
                </a:cubicBezTo>
                <a:lnTo>
                  <a:pt x="0" y="74567"/>
                </a:lnTo>
                <a:cubicBezTo>
                  <a:pt x="0" y="33413"/>
                  <a:pt x="33413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046" y="2754385"/>
            <a:ext cx="4977468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kern="0" spc="44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Superglobals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7046" y="2978092"/>
            <a:ext cx="4921541" cy="596550"/>
          </a:xfrm>
          <a:custGeom>
            <a:avLst/>
            <a:gdLst/>
            <a:ahLst/>
            <a:cxnLst/>
            <a:rect l="l" t="t" r="r" b="b"/>
            <a:pathLst>
              <a:path w="4921541" h="596550">
                <a:moveTo>
                  <a:pt x="74569" y="0"/>
                </a:moveTo>
                <a:lnTo>
                  <a:pt x="4846972" y="0"/>
                </a:lnTo>
                <a:cubicBezTo>
                  <a:pt x="4888156" y="0"/>
                  <a:pt x="4921541" y="33386"/>
                  <a:pt x="4921541" y="74569"/>
                </a:cubicBezTo>
                <a:lnTo>
                  <a:pt x="4921541" y="521982"/>
                </a:lnTo>
                <a:cubicBezTo>
                  <a:pt x="4921541" y="563165"/>
                  <a:pt x="4888156" y="596550"/>
                  <a:pt x="4846972" y="596550"/>
                </a:cubicBezTo>
                <a:lnTo>
                  <a:pt x="74569" y="596550"/>
                </a:lnTo>
                <a:cubicBezTo>
                  <a:pt x="33386" y="596550"/>
                  <a:pt x="0" y="563165"/>
                  <a:pt x="0" y="521982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3" name="Text 11"/>
          <p:cNvSpPr/>
          <p:nvPr/>
        </p:nvSpPr>
        <p:spPr>
          <a:xfrm>
            <a:off x="838899" y="3089945"/>
            <a:ext cx="476308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$_SESSION['user_id']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899" y="3313651"/>
            <a:ext cx="4753761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authenticated user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7046" y="3649211"/>
            <a:ext cx="4921541" cy="596550"/>
          </a:xfrm>
          <a:custGeom>
            <a:avLst/>
            <a:gdLst/>
            <a:ahLst/>
            <a:cxnLst/>
            <a:rect l="l" t="t" r="r" b="b"/>
            <a:pathLst>
              <a:path w="4921541" h="596550">
                <a:moveTo>
                  <a:pt x="74569" y="0"/>
                </a:moveTo>
                <a:lnTo>
                  <a:pt x="4846972" y="0"/>
                </a:lnTo>
                <a:cubicBezTo>
                  <a:pt x="4888156" y="0"/>
                  <a:pt x="4921541" y="33386"/>
                  <a:pt x="4921541" y="74569"/>
                </a:cubicBezTo>
                <a:lnTo>
                  <a:pt x="4921541" y="521982"/>
                </a:lnTo>
                <a:cubicBezTo>
                  <a:pt x="4921541" y="563165"/>
                  <a:pt x="4888156" y="596550"/>
                  <a:pt x="4846972" y="596550"/>
                </a:cubicBezTo>
                <a:lnTo>
                  <a:pt x="74569" y="596550"/>
                </a:lnTo>
                <a:cubicBezTo>
                  <a:pt x="33386" y="596550"/>
                  <a:pt x="0" y="563165"/>
                  <a:pt x="0" y="521982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38899" y="3761064"/>
            <a:ext cx="476308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$_SESSION['role']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899" y="3984771"/>
            <a:ext cx="4753761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Defines user permissions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7505" y="4753761"/>
            <a:ext cx="5620624" cy="2097248"/>
          </a:xfrm>
          <a:custGeom>
            <a:avLst/>
            <a:gdLst/>
            <a:ahLst/>
            <a:cxnLst/>
            <a:rect l="l" t="t" r="r" b="b"/>
            <a:pathLst>
              <a:path w="5620624" h="2097248">
                <a:moveTo>
                  <a:pt x="111846" y="0"/>
                </a:moveTo>
                <a:lnTo>
                  <a:pt x="5508778" y="0"/>
                </a:lnTo>
                <a:cubicBezTo>
                  <a:pt x="5570549" y="0"/>
                  <a:pt x="5620624" y="50075"/>
                  <a:pt x="5620624" y="111846"/>
                </a:cubicBezTo>
                <a:lnTo>
                  <a:pt x="5620624" y="1985401"/>
                </a:lnTo>
                <a:cubicBezTo>
                  <a:pt x="5620624" y="2047172"/>
                  <a:pt x="5570549" y="2097248"/>
                  <a:pt x="5508778" y="2097248"/>
                </a:cubicBezTo>
                <a:lnTo>
                  <a:pt x="111846" y="2097248"/>
                </a:lnTo>
                <a:cubicBezTo>
                  <a:pt x="50075" y="2097248"/>
                  <a:pt x="0" y="2047172"/>
                  <a:pt x="0" y="1985401"/>
                </a:cubicBezTo>
                <a:lnTo>
                  <a:pt x="0" y="111846"/>
                </a:lnTo>
                <a:cubicBezTo>
                  <a:pt x="0" y="50117"/>
                  <a:pt x="50117" y="0"/>
                  <a:pt x="11184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1890" y="4991450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167780" y="31459"/>
                </a:moveTo>
                <a:cubicBezTo>
                  <a:pt x="167780" y="47909"/>
                  <a:pt x="148413" y="72453"/>
                  <a:pt x="140057" y="82251"/>
                </a:cubicBezTo>
                <a:cubicBezTo>
                  <a:pt x="138812" y="83693"/>
                  <a:pt x="136976" y="84250"/>
                  <a:pt x="135305" y="83890"/>
                </a:cubicBezTo>
                <a:lnTo>
                  <a:pt x="104862" y="83890"/>
                </a:lnTo>
                <a:cubicBezTo>
                  <a:pt x="99062" y="83890"/>
                  <a:pt x="94376" y="88576"/>
                  <a:pt x="94376" y="94376"/>
                </a:cubicBezTo>
                <a:cubicBezTo>
                  <a:pt x="94376" y="100176"/>
                  <a:pt x="99062" y="104862"/>
                  <a:pt x="104862" y="104862"/>
                </a:cubicBezTo>
                <a:lnTo>
                  <a:pt x="136321" y="104862"/>
                </a:lnTo>
                <a:cubicBezTo>
                  <a:pt x="153689" y="104862"/>
                  <a:pt x="167780" y="118953"/>
                  <a:pt x="167780" y="136321"/>
                </a:cubicBezTo>
                <a:cubicBezTo>
                  <a:pt x="167780" y="153689"/>
                  <a:pt x="153689" y="167780"/>
                  <a:pt x="136321" y="167780"/>
                </a:cubicBezTo>
                <a:lnTo>
                  <a:pt x="45746" y="167780"/>
                </a:lnTo>
                <a:cubicBezTo>
                  <a:pt x="48597" y="164536"/>
                  <a:pt x="52071" y="160374"/>
                  <a:pt x="55577" y="155721"/>
                </a:cubicBezTo>
                <a:cubicBezTo>
                  <a:pt x="57642" y="152968"/>
                  <a:pt x="59772" y="149953"/>
                  <a:pt x="61803" y="146807"/>
                </a:cubicBezTo>
                <a:lnTo>
                  <a:pt x="136321" y="146807"/>
                </a:lnTo>
                <a:cubicBezTo>
                  <a:pt x="142121" y="146807"/>
                  <a:pt x="146807" y="142121"/>
                  <a:pt x="146807" y="136321"/>
                </a:cubicBezTo>
                <a:cubicBezTo>
                  <a:pt x="146807" y="130521"/>
                  <a:pt x="142121" y="125835"/>
                  <a:pt x="136321" y="125835"/>
                </a:cubicBezTo>
                <a:lnTo>
                  <a:pt x="104862" y="125835"/>
                </a:lnTo>
                <a:cubicBezTo>
                  <a:pt x="87495" y="125835"/>
                  <a:pt x="73404" y="111744"/>
                  <a:pt x="73404" y="94376"/>
                </a:cubicBezTo>
                <a:cubicBezTo>
                  <a:pt x="73404" y="77008"/>
                  <a:pt x="87495" y="62917"/>
                  <a:pt x="104862" y="62917"/>
                </a:cubicBezTo>
                <a:lnTo>
                  <a:pt x="117905" y="62917"/>
                </a:lnTo>
                <a:cubicBezTo>
                  <a:pt x="111023" y="52595"/>
                  <a:pt x="104862" y="40732"/>
                  <a:pt x="104862" y="31459"/>
                </a:cubicBezTo>
                <a:cubicBezTo>
                  <a:pt x="104862" y="14091"/>
                  <a:pt x="118953" y="0"/>
                  <a:pt x="136321" y="0"/>
                </a:cubicBezTo>
                <a:cubicBezTo>
                  <a:pt x="153689" y="0"/>
                  <a:pt x="167780" y="14091"/>
                  <a:pt x="167780" y="31459"/>
                </a:cubicBezTo>
                <a:close/>
                <a:moveTo>
                  <a:pt x="38373" y="160276"/>
                </a:moveTo>
                <a:cubicBezTo>
                  <a:pt x="37128" y="161685"/>
                  <a:pt x="36014" y="162930"/>
                  <a:pt x="35063" y="163979"/>
                </a:cubicBezTo>
                <a:lnTo>
                  <a:pt x="34474" y="164634"/>
                </a:lnTo>
                <a:lnTo>
                  <a:pt x="34408" y="164568"/>
                </a:lnTo>
                <a:cubicBezTo>
                  <a:pt x="32442" y="166076"/>
                  <a:pt x="29624" y="165879"/>
                  <a:pt x="27854" y="163979"/>
                </a:cubicBezTo>
                <a:cubicBezTo>
                  <a:pt x="19596" y="155000"/>
                  <a:pt x="0" y="131897"/>
                  <a:pt x="0" y="115349"/>
                </a:cubicBezTo>
                <a:cubicBezTo>
                  <a:pt x="0" y="97981"/>
                  <a:pt x="14091" y="83890"/>
                  <a:pt x="31459" y="83890"/>
                </a:cubicBezTo>
                <a:cubicBezTo>
                  <a:pt x="48827" y="83890"/>
                  <a:pt x="62917" y="97981"/>
                  <a:pt x="62917" y="115349"/>
                </a:cubicBezTo>
                <a:cubicBezTo>
                  <a:pt x="62917" y="125179"/>
                  <a:pt x="56003" y="137304"/>
                  <a:pt x="48663" y="147430"/>
                </a:cubicBezTo>
                <a:cubicBezTo>
                  <a:pt x="45156" y="152247"/>
                  <a:pt x="41552" y="156605"/>
                  <a:pt x="38570" y="160046"/>
                </a:cubicBezTo>
                <a:lnTo>
                  <a:pt x="38373" y="160276"/>
                </a:lnTo>
                <a:close/>
                <a:moveTo>
                  <a:pt x="41945" y="115349"/>
                </a:moveTo>
                <a:cubicBezTo>
                  <a:pt x="41945" y="109561"/>
                  <a:pt x="37246" y="104862"/>
                  <a:pt x="31459" y="104862"/>
                </a:cubicBezTo>
                <a:cubicBezTo>
                  <a:pt x="25671" y="104862"/>
                  <a:pt x="20972" y="109561"/>
                  <a:pt x="20972" y="115349"/>
                </a:cubicBezTo>
                <a:cubicBezTo>
                  <a:pt x="20972" y="121136"/>
                  <a:pt x="25671" y="125835"/>
                  <a:pt x="31459" y="125835"/>
                </a:cubicBezTo>
                <a:cubicBezTo>
                  <a:pt x="37246" y="125835"/>
                  <a:pt x="41945" y="121136"/>
                  <a:pt x="41945" y="115349"/>
                </a:cubicBezTo>
                <a:close/>
                <a:moveTo>
                  <a:pt x="136321" y="41945"/>
                </a:moveTo>
                <a:cubicBezTo>
                  <a:pt x="142109" y="41945"/>
                  <a:pt x="146807" y="37246"/>
                  <a:pt x="146807" y="31459"/>
                </a:cubicBezTo>
                <a:cubicBezTo>
                  <a:pt x="146807" y="25671"/>
                  <a:pt x="142109" y="20972"/>
                  <a:pt x="136321" y="20972"/>
                </a:cubicBezTo>
                <a:cubicBezTo>
                  <a:pt x="130534" y="20972"/>
                  <a:pt x="125835" y="25671"/>
                  <a:pt x="125835" y="31459"/>
                </a:cubicBezTo>
                <a:cubicBezTo>
                  <a:pt x="125835" y="37246"/>
                  <a:pt x="130534" y="41945"/>
                  <a:pt x="136321" y="4194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0" name="Text 18"/>
          <p:cNvSpPr/>
          <p:nvPr/>
        </p:nvSpPr>
        <p:spPr>
          <a:xfrm>
            <a:off x="782972" y="4944844"/>
            <a:ext cx="5107963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Routing Controllers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3248" y="5322349"/>
            <a:ext cx="5229138" cy="605872"/>
          </a:xfrm>
          <a:custGeom>
            <a:avLst/>
            <a:gdLst/>
            <a:ahLst/>
            <a:cxnLst/>
            <a:rect l="l" t="t" r="r" b="b"/>
            <a:pathLst>
              <a:path w="5229138" h="605872">
                <a:moveTo>
                  <a:pt x="74571" y="0"/>
                </a:moveTo>
                <a:lnTo>
                  <a:pt x="5154567" y="0"/>
                </a:lnTo>
                <a:cubicBezTo>
                  <a:pt x="5195724" y="0"/>
                  <a:pt x="5229138" y="33414"/>
                  <a:pt x="5229138" y="74571"/>
                </a:cubicBezTo>
                <a:lnTo>
                  <a:pt x="5229138" y="531301"/>
                </a:lnTo>
                <a:cubicBezTo>
                  <a:pt x="5229138" y="572458"/>
                  <a:pt x="5195724" y="605872"/>
                  <a:pt x="5154567" y="605872"/>
                </a:cubicBezTo>
                <a:lnTo>
                  <a:pt x="74571" y="605872"/>
                </a:lnTo>
                <a:cubicBezTo>
                  <a:pt x="33414" y="605872"/>
                  <a:pt x="0" y="572458"/>
                  <a:pt x="0" y="531301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761" y="5438862"/>
            <a:ext cx="92919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PageController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761" y="5662569"/>
            <a:ext cx="5052037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routing logic based on session state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3248" y="6049394"/>
            <a:ext cx="5229138" cy="605872"/>
          </a:xfrm>
          <a:custGeom>
            <a:avLst/>
            <a:gdLst/>
            <a:ahLst/>
            <a:cxnLst/>
            <a:rect l="l" t="t" r="r" b="b"/>
            <a:pathLst>
              <a:path w="5229138" h="605872">
                <a:moveTo>
                  <a:pt x="74571" y="0"/>
                </a:moveTo>
                <a:lnTo>
                  <a:pt x="5154567" y="0"/>
                </a:lnTo>
                <a:cubicBezTo>
                  <a:pt x="5195724" y="0"/>
                  <a:pt x="5229138" y="33414"/>
                  <a:pt x="5229138" y="74571"/>
                </a:cubicBezTo>
                <a:lnTo>
                  <a:pt x="5229138" y="531301"/>
                </a:lnTo>
                <a:cubicBezTo>
                  <a:pt x="5229138" y="572458"/>
                  <a:pt x="5195724" y="605872"/>
                  <a:pt x="5154567" y="605872"/>
                </a:cubicBezTo>
                <a:lnTo>
                  <a:pt x="74571" y="605872"/>
                </a:lnTo>
                <a:cubicBezTo>
                  <a:pt x="33414" y="605872"/>
                  <a:pt x="0" y="572458"/>
                  <a:pt x="0" y="531301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761" y="6165908"/>
            <a:ext cx="97616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AuthControllers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9761" y="6389615"/>
            <a:ext cx="5052037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and authorization handlers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5911" y="166618"/>
            <a:ext cx="5620624" cy="3308991"/>
          </a:xfrm>
          <a:custGeom>
            <a:avLst/>
            <a:gdLst/>
            <a:ahLst/>
            <a:cxnLst/>
            <a:rect l="l" t="t" r="r" b="b"/>
            <a:pathLst>
              <a:path w="5620624" h="3308991">
                <a:moveTo>
                  <a:pt x="111844" y="0"/>
                </a:moveTo>
                <a:lnTo>
                  <a:pt x="5508780" y="0"/>
                </a:lnTo>
                <a:cubicBezTo>
                  <a:pt x="5570550" y="0"/>
                  <a:pt x="5620624" y="50074"/>
                  <a:pt x="5620624" y="111844"/>
                </a:cubicBezTo>
                <a:lnTo>
                  <a:pt x="5620624" y="3197147"/>
                </a:lnTo>
                <a:cubicBezTo>
                  <a:pt x="5620624" y="3258917"/>
                  <a:pt x="5570550" y="3308991"/>
                  <a:pt x="5508780" y="3308991"/>
                </a:cubicBezTo>
                <a:lnTo>
                  <a:pt x="111844" y="3308991"/>
                </a:lnTo>
                <a:cubicBezTo>
                  <a:pt x="50074" y="3308991"/>
                  <a:pt x="0" y="3258917"/>
                  <a:pt x="0" y="3197147"/>
                </a:cubicBezTo>
                <a:lnTo>
                  <a:pt x="0" y="111844"/>
                </a:lnTo>
                <a:cubicBezTo>
                  <a:pt x="0" y="50074"/>
                  <a:pt x="50074" y="0"/>
                  <a:pt x="11184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9810" y="404306"/>
            <a:ext cx="188752" cy="167780"/>
          </a:xfrm>
          <a:custGeom>
            <a:avLst/>
            <a:gdLst/>
            <a:ahLst/>
            <a:cxnLst/>
            <a:rect l="l" t="t" r="r" b="b"/>
            <a:pathLst>
              <a:path w="188752" h="167780">
                <a:moveTo>
                  <a:pt x="73404" y="81268"/>
                </a:moveTo>
                <a:cubicBezTo>
                  <a:pt x="95107" y="81268"/>
                  <a:pt x="112727" y="63648"/>
                  <a:pt x="112727" y="41945"/>
                </a:cubicBezTo>
                <a:cubicBezTo>
                  <a:pt x="112727" y="20242"/>
                  <a:pt x="95107" y="2622"/>
                  <a:pt x="73404" y="2622"/>
                </a:cubicBezTo>
                <a:cubicBezTo>
                  <a:pt x="51700" y="2622"/>
                  <a:pt x="34080" y="20242"/>
                  <a:pt x="34080" y="41945"/>
                </a:cubicBezTo>
                <a:cubicBezTo>
                  <a:pt x="34080" y="63648"/>
                  <a:pt x="51700" y="81268"/>
                  <a:pt x="73404" y="81268"/>
                </a:cubicBezTo>
                <a:close/>
                <a:moveTo>
                  <a:pt x="63671" y="99619"/>
                </a:moveTo>
                <a:cubicBezTo>
                  <a:pt x="31393" y="99619"/>
                  <a:pt x="5243" y="125769"/>
                  <a:pt x="5243" y="158047"/>
                </a:cubicBezTo>
                <a:cubicBezTo>
                  <a:pt x="5243" y="163421"/>
                  <a:pt x="9601" y="167780"/>
                  <a:pt x="14976" y="167780"/>
                </a:cubicBezTo>
                <a:lnTo>
                  <a:pt x="97391" y="167780"/>
                </a:lnTo>
                <a:cubicBezTo>
                  <a:pt x="85528" y="153820"/>
                  <a:pt x="78647" y="135830"/>
                  <a:pt x="78647" y="116790"/>
                </a:cubicBezTo>
                <a:lnTo>
                  <a:pt x="78647" y="106599"/>
                </a:lnTo>
                <a:cubicBezTo>
                  <a:pt x="78647" y="104207"/>
                  <a:pt x="78974" y="101848"/>
                  <a:pt x="79597" y="99619"/>
                </a:cubicBezTo>
                <a:lnTo>
                  <a:pt x="63671" y="99619"/>
                </a:lnTo>
                <a:close/>
                <a:moveTo>
                  <a:pt x="145923" y="160079"/>
                </a:moveTo>
                <a:lnTo>
                  <a:pt x="141564" y="162143"/>
                </a:lnTo>
                <a:lnTo>
                  <a:pt x="141564" y="100504"/>
                </a:lnTo>
                <a:lnTo>
                  <a:pt x="173023" y="110990"/>
                </a:lnTo>
                <a:lnTo>
                  <a:pt x="173023" y="117413"/>
                </a:lnTo>
                <a:cubicBezTo>
                  <a:pt x="173023" y="135698"/>
                  <a:pt x="162471" y="152313"/>
                  <a:pt x="145923" y="160112"/>
                </a:cubicBezTo>
                <a:close/>
                <a:moveTo>
                  <a:pt x="138255" y="85037"/>
                </a:moveTo>
                <a:lnTo>
                  <a:pt x="101553" y="97260"/>
                </a:lnTo>
                <a:cubicBezTo>
                  <a:pt x="97260" y="98702"/>
                  <a:pt x="94376" y="102700"/>
                  <a:pt x="94376" y="107222"/>
                </a:cubicBezTo>
                <a:lnTo>
                  <a:pt x="94376" y="117413"/>
                </a:lnTo>
                <a:cubicBezTo>
                  <a:pt x="94376" y="141794"/>
                  <a:pt x="108467" y="163979"/>
                  <a:pt x="130488" y="174334"/>
                </a:cubicBezTo>
                <a:lnTo>
                  <a:pt x="136550" y="177185"/>
                </a:lnTo>
                <a:cubicBezTo>
                  <a:pt x="138123" y="177906"/>
                  <a:pt x="139827" y="178299"/>
                  <a:pt x="141531" y="178299"/>
                </a:cubicBezTo>
                <a:cubicBezTo>
                  <a:pt x="143235" y="178299"/>
                  <a:pt x="144972" y="177906"/>
                  <a:pt x="146512" y="177185"/>
                </a:cubicBezTo>
                <a:lnTo>
                  <a:pt x="152575" y="174334"/>
                </a:lnTo>
                <a:cubicBezTo>
                  <a:pt x="174661" y="163946"/>
                  <a:pt x="188752" y="141761"/>
                  <a:pt x="188752" y="117380"/>
                </a:cubicBezTo>
                <a:lnTo>
                  <a:pt x="188752" y="107189"/>
                </a:lnTo>
                <a:cubicBezTo>
                  <a:pt x="188752" y="102667"/>
                  <a:pt x="185869" y="98669"/>
                  <a:pt x="181576" y="97227"/>
                </a:cubicBezTo>
                <a:lnTo>
                  <a:pt x="144874" y="85004"/>
                </a:lnTo>
                <a:cubicBezTo>
                  <a:pt x="142711" y="84283"/>
                  <a:pt x="140385" y="84283"/>
                  <a:pt x="138255" y="85004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9" name="Text 27"/>
          <p:cNvSpPr/>
          <p:nvPr/>
        </p:nvSpPr>
        <p:spPr>
          <a:xfrm>
            <a:off x="6601378" y="357700"/>
            <a:ext cx="5107963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 Flow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1654" y="837737"/>
            <a:ext cx="438092" cy="438092"/>
          </a:xfrm>
          <a:custGeom>
            <a:avLst/>
            <a:gdLst/>
            <a:ahLst/>
            <a:cxnLst/>
            <a:rect l="l" t="t" r="r" b="b"/>
            <a:pathLst>
              <a:path w="438092" h="438092">
                <a:moveTo>
                  <a:pt x="74568" y="0"/>
                </a:moveTo>
                <a:lnTo>
                  <a:pt x="363524" y="0"/>
                </a:lnTo>
                <a:cubicBezTo>
                  <a:pt x="404707" y="0"/>
                  <a:pt x="438092" y="33385"/>
                  <a:pt x="438092" y="74568"/>
                </a:cubicBezTo>
                <a:lnTo>
                  <a:pt x="438092" y="363524"/>
                </a:lnTo>
                <a:cubicBezTo>
                  <a:pt x="438092" y="404707"/>
                  <a:pt x="404707" y="438092"/>
                  <a:pt x="363524" y="438092"/>
                </a:cubicBezTo>
                <a:lnTo>
                  <a:pt x="74568" y="438092"/>
                </a:lnTo>
                <a:cubicBezTo>
                  <a:pt x="33385" y="438092"/>
                  <a:pt x="0" y="404707"/>
                  <a:pt x="0" y="363524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6131" y="98221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100493" y="79521"/>
                </a:moveTo>
                <a:cubicBezTo>
                  <a:pt x="103231" y="76783"/>
                  <a:pt x="103231" y="72355"/>
                  <a:pt x="100493" y="69646"/>
                </a:cubicBezTo>
                <a:lnTo>
                  <a:pt x="58548" y="27672"/>
                </a:lnTo>
                <a:cubicBezTo>
                  <a:pt x="56538" y="25662"/>
                  <a:pt x="53538" y="25080"/>
                  <a:pt x="50917" y="26157"/>
                </a:cubicBezTo>
                <a:cubicBezTo>
                  <a:pt x="48295" y="27235"/>
                  <a:pt x="46606" y="29798"/>
                  <a:pt x="46606" y="32624"/>
                </a:cubicBezTo>
                <a:lnTo>
                  <a:pt x="46606" y="55927"/>
                </a:lnTo>
                <a:lnTo>
                  <a:pt x="13982" y="55927"/>
                </a:lnTo>
                <a:cubicBezTo>
                  <a:pt x="6263" y="55927"/>
                  <a:pt x="0" y="62189"/>
                  <a:pt x="0" y="69908"/>
                </a:cubicBezTo>
                <a:lnTo>
                  <a:pt x="0" y="79229"/>
                </a:lnTo>
                <a:cubicBezTo>
                  <a:pt x="0" y="86948"/>
                  <a:pt x="6263" y="93211"/>
                  <a:pt x="13982" y="93211"/>
                </a:cubicBezTo>
                <a:lnTo>
                  <a:pt x="46606" y="93211"/>
                </a:lnTo>
                <a:lnTo>
                  <a:pt x="46606" y="116514"/>
                </a:lnTo>
                <a:cubicBezTo>
                  <a:pt x="46606" y="119339"/>
                  <a:pt x="48295" y="121903"/>
                  <a:pt x="50917" y="122980"/>
                </a:cubicBezTo>
                <a:cubicBezTo>
                  <a:pt x="53538" y="124058"/>
                  <a:pt x="56538" y="123475"/>
                  <a:pt x="58548" y="121466"/>
                </a:cubicBezTo>
                <a:lnTo>
                  <a:pt x="100493" y="79521"/>
                </a:lnTo>
                <a:close/>
                <a:moveTo>
                  <a:pt x="102532" y="121174"/>
                </a:moveTo>
                <a:cubicBezTo>
                  <a:pt x="97376" y="121174"/>
                  <a:pt x="93211" y="125340"/>
                  <a:pt x="93211" y="130495"/>
                </a:cubicBezTo>
                <a:cubicBezTo>
                  <a:pt x="93211" y="135651"/>
                  <a:pt x="97376" y="139817"/>
                  <a:pt x="102532" y="139817"/>
                </a:cubicBezTo>
                <a:lnTo>
                  <a:pt x="121174" y="139817"/>
                </a:lnTo>
                <a:cubicBezTo>
                  <a:pt x="136612" y="139817"/>
                  <a:pt x="149138" y="127291"/>
                  <a:pt x="149138" y="111853"/>
                </a:cubicBezTo>
                <a:lnTo>
                  <a:pt x="149138" y="37284"/>
                </a:lnTo>
                <a:cubicBezTo>
                  <a:pt x="149138" y="21846"/>
                  <a:pt x="136612" y="9321"/>
                  <a:pt x="121174" y="9321"/>
                </a:cubicBezTo>
                <a:lnTo>
                  <a:pt x="102532" y="9321"/>
                </a:lnTo>
                <a:cubicBezTo>
                  <a:pt x="97376" y="9321"/>
                  <a:pt x="93211" y="13486"/>
                  <a:pt x="93211" y="18642"/>
                </a:cubicBezTo>
                <a:cubicBezTo>
                  <a:pt x="93211" y="23798"/>
                  <a:pt x="97376" y="27963"/>
                  <a:pt x="102532" y="27963"/>
                </a:cubicBezTo>
                <a:lnTo>
                  <a:pt x="121174" y="27963"/>
                </a:lnTo>
                <a:cubicBezTo>
                  <a:pt x="126330" y="27963"/>
                  <a:pt x="130495" y="32129"/>
                  <a:pt x="130495" y="37284"/>
                </a:cubicBezTo>
                <a:lnTo>
                  <a:pt x="130495" y="111853"/>
                </a:lnTo>
                <a:cubicBezTo>
                  <a:pt x="130495" y="117009"/>
                  <a:pt x="126330" y="121174"/>
                  <a:pt x="121174" y="121174"/>
                </a:cubicBezTo>
                <a:lnTo>
                  <a:pt x="102532" y="12117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2" name="Shape 30"/>
          <p:cNvSpPr/>
          <p:nvPr/>
        </p:nvSpPr>
        <p:spPr>
          <a:xfrm>
            <a:off x="6988204" y="772489"/>
            <a:ext cx="4632587" cy="568587"/>
          </a:xfrm>
          <a:custGeom>
            <a:avLst/>
            <a:gdLst/>
            <a:ahLst/>
            <a:cxnLst/>
            <a:rect l="l" t="t" r="r" b="b"/>
            <a:pathLst>
              <a:path w="4632587" h="568587">
                <a:moveTo>
                  <a:pt x="74570" y="0"/>
                </a:moveTo>
                <a:lnTo>
                  <a:pt x="4558017" y="0"/>
                </a:lnTo>
                <a:cubicBezTo>
                  <a:pt x="4599173" y="0"/>
                  <a:pt x="4632587" y="33414"/>
                  <a:pt x="4632587" y="74570"/>
                </a:cubicBezTo>
                <a:lnTo>
                  <a:pt x="4632587" y="494017"/>
                </a:lnTo>
                <a:cubicBezTo>
                  <a:pt x="4632587" y="535201"/>
                  <a:pt x="4599201" y="568587"/>
                  <a:pt x="4558017" y="568587"/>
                </a:cubicBezTo>
                <a:lnTo>
                  <a:pt x="74570" y="568587"/>
                </a:lnTo>
                <a:cubicBezTo>
                  <a:pt x="33414" y="568587"/>
                  <a:pt x="0" y="535173"/>
                  <a:pt x="0" y="494017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4718" y="889003"/>
            <a:ext cx="446480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Login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04718" y="1075425"/>
            <a:ext cx="4455486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populated with credentials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51315" y="1457590"/>
            <a:ext cx="111853" cy="149138"/>
          </a:xfrm>
          <a:custGeom>
            <a:avLst/>
            <a:gdLst/>
            <a:ahLst/>
            <a:cxnLst/>
            <a:rect l="l" t="t" r="r" b="b"/>
            <a:pathLst>
              <a:path w="111853" h="149138">
                <a:moveTo>
                  <a:pt x="49344" y="146400"/>
                </a:moveTo>
                <a:cubicBezTo>
                  <a:pt x="52985" y="150041"/>
                  <a:pt x="58898" y="150041"/>
                  <a:pt x="62539" y="146400"/>
                </a:cubicBezTo>
                <a:lnTo>
                  <a:pt x="109144" y="99794"/>
                </a:lnTo>
                <a:cubicBezTo>
                  <a:pt x="112785" y="96153"/>
                  <a:pt x="112785" y="90240"/>
                  <a:pt x="109144" y="86599"/>
                </a:cubicBezTo>
                <a:cubicBezTo>
                  <a:pt x="105503" y="82958"/>
                  <a:pt x="99590" y="82958"/>
                  <a:pt x="95949" y="86599"/>
                </a:cubicBezTo>
                <a:lnTo>
                  <a:pt x="65248" y="117300"/>
                </a:lnTo>
                <a:lnTo>
                  <a:pt x="65248" y="9321"/>
                </a:lnTo>
                <a:cubicBezTo>
                  <a:pt x="65248" y="4165"/>
                  <a:pt x="61082" y="0"/>
                  <a:pt x="55927" y="0"/>
                </a:cubicBezTo>
                <a:cubicBezTo>
                  <a:pt x="50771" y="0"/>
                  <a:pt x="46606" y="4165"/>
                  <a:pt x="46606" y="9321"/>
                </a:cubicBezTo>
                <a:lnTo>
                  <a:pt x="46606" y="117300"/>
                </a:lnTo>
                <a:lnTo>
                  <a:pt x="15904" y="86599"/>
                </a:lnTo>
                <a:cubicBezTo>
                  <a:pt x="12263" y="82958"/>
                  <a:pt x="6350" y="82958"/>
                  <a:pt x="2709" y="86599"/>
                </a:cubicBezTo>
                <a:cubicBezTo>
                  <a:pt x="-932" y="90240"/>
                  <a:pt x="-932" y="96153"/>
                  <a:pt x="2709" y="99794"/>
                </a:cubicBezTo>
                <a:lnTo>
                  <a:pt x="49314" y="146400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391654" y="1788489"/>
            <a:ext cx="438092" cy="438092"/>
          </a:xfrm>
          <a:custGeom>
            <a:avLst/>
            <a:gdLst/>
            <a:ahLst/>
            <a:cxnLst/>
            <a:rect l="l" t="t" r="r" b="b"/>
            <a:pathLst>
              <a:path w="438092" h="438092">
                <a:moveTo>
                  <a:pt x="74568" y="0"/>
                </a:moveTo>
                <a:lnTo>
                  <a:pt x="363524" y="0"/>
                </a:lnTo>
                <a:cubicBezTo>
                  <a:pt x="404707" y="0"/>
                  <a:pt x="438092" y="33385"/>
                  <a:pt x="438092" y="74568"/>
                </a:cubicBezTo>
                <a:lnTo>
                  <a:pt x="438092" y="363524"/>
                </a:lnTo>
                <a:cubicBezTo>
                  <a:pt x="438092" y="404707"/>
                  <a:pt x="404707" y="438092"/>
                  <a:pt x="363524" y="438092"/>
                </a:cubicBezTo>
                <a:lnTo>
                  <a:pt x="74568" y="438092"/>
                </a:lnTo>
                <a:cubicBezTo>
                  <a:pt x="33385" y="438092"/>
                  <a:pt x="0" y="404707"/>
                  <a:pt x="0" y="363524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26810" y="1932966"/>
            <a:ext cx="167780" cy="149138"/>
          </a:xfrm>
          <a:custGeom>
            <a:avLst/>
            <a:gdLst/>
            <a:ahLst/>
            <a:cxnLst/>
            <a:rect l="l" t="t" r="r" b="b"/>
            <a:pathLst>
              <a:path w="167780" h="149138">
                <a:moveTo>
                  <a:pt x="0" y="27963"/>
                </a:moveTo>
                <a:cubicBezTo>
                  <a:pt x="0" y="17681"/>
                  <a:pt x="8360" y="9321"/>
                  <a:pt x="18642" y="9321"/>
                </a:cubicBezTo>
                <a:lnTo>
                  <a:pt x="149138" y="9321"/>
                </a:lnTo>
                <a:cubicBezTo>
                  <a:pt x="159420" y="9321"/>
                  <a:pt x="167780" y="17681"/>
                  <a:pt x="167780" y="27963"/>
                </a:cubicBezTo>
                <a:lnTo>
                  <a:pt x="0" y="27963"/>
                </a:lnTo>
                <a:close/>
                <a:moveTo>
                  <a:pt x="0" y="41945"/>
                </a:moveTo>
                <a:lnTo>
                  <a:pt x="167780" y="41945"/>
                </a:lnTo>
                <a:lnTo>
                  <a:pt x="167780" y="121174"/>
                </a:lnTo>
                <a:cubicBezTo>
                  <a:pt x="167780" y="131457"/>
                  <a:pt x="159420" y="139817"/>
                  <a:pt x="149138" y="139817"/>
                </a:cubicBezTo>
                <a:lnTo>
                  <a:pt x="18642" y="139817"/>
                </a:lnTo>
                <a:cubicBezTo>
                  <a:pt x="8360" y="139817"/>
                  <a:pt x="0" y="131457"/>
                  <a:pt x="0" y="121174"/>
                </a:cubicBezTo>
                <a:lnTo>
                  <a:pt x="0" y="41945"/>
                </a:lnTo>
                <a:close/>
                <a:moveTo>
                  <a:pt x="72035" y="121174"/>
                </a:moveTo>
                <a:cubicBezTo>
                  <a:pt x="77919" y="121174"/>
                  <a:pt x="82317" y="115523"/>
                  <a:pt x="78559" y="110979"/>
                </a:cubicBezTo>
                <a:cubicBezTo>
                  <a:pt x="74278" y="105824"/>
                  <a:pt x="67811" y="102532"/>
                  <a:pt x="60587" y="102532"/>
                </a:cubicBezTo>
                <a:lnTo>
                  <a:pt x="41945" y="102532"/>
                </a:lnTo>
                <a:cubicBezTo>
                  <a:pt x="34721" y="102532"/>
                  <a:pt x="28255" y="105824"/>
                  <a:pt x="23973" y="110979"/>
                </a:cubicBezTo>
                <a:cubicBezTo>
                  <a:pt x="20215" y="115523"/>
                  <a:pt x="24614" y="121174"/>
                  <a:pt x="30497" y="121174"/>
                </a:cubicBezTo>
                <a:lnTo>
                  <a:pt x="72006" y="121174"/>
                </a:lnTo>
                <a:close/>
                <a:moveTo>
                  <a:pt x="51266" y="90881"/>
                </a:moveTo>
                <a:cubicBezTo>
                  <a:pt x="60269" y="90881"/>
                  <a:pt x="67578" y="83572"/>
                  <a:pt x="67578" y="74569"/>
                </a:cubicBezTo>
                <a:cubicBezTo>
                  <a:pt x="67578" y="65566"/>
                  <a:pt x="60269" y="58257"/>
                  <a:pt x="51266" y="58257"/>
                </a:cubicBezTo>
                <a:cubicBezTo>
                  <a:pt x="42263" y="58257"/>
                  <a:pt x="34954" y="65566"/>
                  <a:pt x="34954" y="74569"/>
                </a:cubicBezTo>
                <a:cubicBezTo>
                  <a:pt x="34954" y="83572"/>
                  <a:pt x="42263" y="90881"/>
                  <a:pt x="51266" y="90881"/>
                </a:cubicBezTo>
                <a:close/>
                <a:moveTo>
                  <a:pt x="104862" y="60587"/>
                </a:moveTo>
                <a:cubicBezTo>
                  <a:pt x="100988" y="60587"/>
                  <a:pt x="97872" y="63704"/>
                  <a:pt x="97872" y="67578"/>
                </a:cubicBezTo>
                <a:cubicBezTo>
                  <a:pt x="97872" y="71452"/>
                  <a:pt x="100988" y="74569"/>
                  <a:pt x="104862" y="74569"/>
                </a:cubicBezTo>
                <a:lnTo>
                  <a:pt x="137486" y="74569"/>
                </a:lnTo>
                <a:cubicBezTo>
                  <a:pt x="141360" y="74569"/>
                  <a:pt x="144477" y="71452"/>
                  <a:pt x="144477" y="67578"/>
                </a:cubicBezTo>
                <a:cubicBezTo>
                  <a:pt x="144477" y="63704"/>
                  <a:pt x="141360" y="60587"/>
                  <a:pt x="137486" y="60587"/>
                </a:cubicBezTo>
                <a:lnTo>
                  <a:pt x="104862" y="60587"/>
                </a:lnTo>
                <a:close/>
                <a:moveTo>
                  <a:pt x="104862" y="88550"/>
                </a:moveTo>
                <a:cubicBezTo>
                  <a:pt x="100988" y="88550"/>
                  <a:pt x="97872" y="91667"/>
                  <a:pt x="97872" y="95541"/>
                </a:cubicBezTo>
                <a:cubicBezTo>
                  <a:pt x="97872" y="99415"/>
                  <a:pt x="100988" y="102532"/>
                  <a:pt x="104862" y="102532"/>
                </a:cubicBezTo>
                <a:lnTo>
                  <a:pt x="137486" y="102532"/>
                </a:lnTo>
                <a:cubicBezTo>
                  <a:pt x="141360" y="102532"/>
                  <a:pt x="144477" y="99415"/>
                  <a:pt x="144477" y="95541"/>
                </a:cubicBezTo>
                <a:cubicBezTo>
                  <a:pt x="144477" y="91667"/>
                  <a:pt x="141360" y="88550"/>
                  <a:pt x="137486" y="88550"/>
                </a:cubicBezTo>
                <a:lnTo>
                  <a:pt x="104862" y="8855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988204" y="1723242"/>
            <a:ext cx="4632587" cy="568587"/>
          </a:xfrm>
          <a:custGeom>
            <a:avLst/>
            <a:gdLst/>
            <a:ahLst/>
            <a:cxnLst/>
            <a:rect l="l" t="t" r="r" b="b"/>
            <a:pathLst>
              <a:path w="4632587" h="568587">
                <a:moveTo>
                  <a:pt x="74570" y="0"/>
                </a:moveTo>
                <a:lnTo>
                  <a:pt x="4558017" y="0"/>
                </a:lnTo>
                <a:cubicBezTo>
                  <a:pt x="4599173" y="0"/>
                  <a:pt x="4632587" y="33414"/>
                  <a:pt x="4632587" y="74570"/>
                </a:cubicBezTo>
                <a:lnTo>
                  <a:pt x="4632587" y="494017"/>
                </a:lnTo>
                <a:cubicBezTo>
                  <a:pt x="4632587" y="535201"/>
                  <a:pt x="4599201" y="568587"/>
                  <a:pt x="4558017" y="568587"/>
                </a:cubicBezTo>
                <a:lnTo>
                  <a:pt x="74570" y="568587"/>
                </a:lnTo>
                <a:cubicBezTo>
                  <a:pt x="33414" y="568587"/>
                  <a:pt x="0" y="535173"/>
                  <a:pt x="0" y="494017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718" y="1839755"/>
            <a:ext cx="446480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Detection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04718" y="2026177"/>
            <a:ext cx="4455486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$_SESSION['role'] determines access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951315" y="2408342"/>
            <a:ext cx="111853" cy="149138"/>
          </a:xfrm>
          <a:custGeom>
            <a:avLst/>
            <a:gdLst/>
            <a:ahLst/>
            <a:cxnLst/>
            <a:rect l="l" t="t" r="r" b="b"/>
            <a:pathLst>
              <a:path w="111853" h="149138">
                <a:moveTo>
                  <a:pt x="49344" y="146400"/>
                </a:moveTo>
                <a:cubicBezTo>
                  <a:pt x="52985" y="150041"/>
                  <a:pt x="58898" y="150041"/>
                  <a:pt x="62539" y="146400"/>
                </a:cubicBezTo>
                <a:lnTo>
                  <a:pt x="109144" y="99794"/>
                </a:lnTo>
                <a:cubicBezTo>
                  <a:pt x="112785" y="96153"/>
                  <a:pt x="112785" y="90240"/>
                  <a:pt x="109144" y="86599"/>
                </a:cubicBezTo>
                <a:cubicBezTo>
                  <a:pt x="105503" y="82958"/>
                  <a:pt x="99590" y="82958"/>
                  <a:pt x="95949" y="86599"/>
                </a:cubicBezTo>
                <a:lnTo>
                  <a:pt x="65248" y="117300"/>
                </a:lnTo>
                <a:lnTo>
                  <a:pt x="65248" y="9321"/>
                </a:lnTo>
                <a:cubicBezTo>
                  <a:pt x="65248" y="4165"/>
                  <a:pt x="61082" y="0"/>
                  <a:pt x="55927" y="0"/>
                </a:cubicBezTo>
                <a:cubicBezTo>
                  <a:pt x="50771" y="0"/>
                  <a:pt x="46606" y="4165"/>
                  <a:pt x="46606" y="9321"/>
                </a:cubicBezTo>
                <a:lnTo>
                  <a:pt x="46606" y="117300"/>
                </a:lnTo>
                <a:lnTo>
                  <a:pt x="15904" y="86599"/>
                </a:lnTo>
                <a:cubicBezTo>
                  <a:pt x="12263" y="82958"/>
                  <a:pt x="6350" y="82958"/>
                  <a:pt x="2709" y="86599"/>
                </a:cubicBezTo>
                <a:cubicBezTo>
                  <a:pt x="-932" y="90240"/>
                  <a:pt x="-932" y="96153"/>
                  <a:pt x="2709" y="99794"/>
                </a:cubicBezTo>
                <a:lnTo>
                  <a:pt x="49314" y="146400"/>
                </a:lnTo>
                <a:close/>
              </a:path>
            </a:pathLst>
          </a:custGeom>
          <a:solidFill>
            <a:srgbClr val="C9A86A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91654" y="2673994"/>
            <a:ext cx="2553982" cy="605872"/>
          </a:xfrm>
          <a:custGeom>
            <a:avLst/>
            <a:gdLst/>
            <a:ahLst/>
            <a:cxnLst/>
            <a:rect l="l" t="t" r="r" b="b"/>
            <a:pathLst>
              <a:path w="2553982" h="605872">
                <a:moveTo>
                  <a:pt x="74571" y="0"/>
                </a:moveTo>
                <a:lnTo>
                  <a:pt x="2479411" y="0"/>
                </a:lnTo>
                <a:cubicBezTo>
                  <a:pt x="2520568" y="0"/>
                  <a:pt x="2553982" y="33414"/>
                  <a:pt x="2553982" y="74571"/>
                </a:cubicBezTo>
                <a:lnTo>
                  <a:pt x="2553982" y="531301"/>
                </a:lnTo>
                <a:cubicBezTo>
                  <a:pt x="2553982" y="572458"/>
                  <a:pt x="2520568" y="605872"/>
                  <a:pt x="2479411" y="605872"/>
                </a:cubicBezTo>
                <a:lnTo>
                  <a:pt x="74571" y="605872"/>
                </a:lnTo>
                <a:cubicBezTo>
                  <a:pt x="33414" y="605872"/>
                  <a:pt x="0" y="572458"/>
                  <a:pt x="0" y="531301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8167" y="2790508"/>
            <a:ext cx="238620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Collector Role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8167" y="3014214"/>
            <a:ext cx="2376881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Collector Dashboard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67829" y="2673994"/>
            <a:ext cx="2553982" cy="605872"/>
          </a:xfrm>
          <a:custGeom>
            <a:avLst/>
            <a:gdLst/>
            <a:ahLst/>
            <a:cxnLst/>
            <a:rect l="l" t="t" r="r" b="b"/>
            <a:pathLst>
              <a:path w="2553982" h="605872">
                <a:moveTo>
                  <a:pt x="74571" y="0"/>
                </a:moveTo>
                <a:lnTo>
                  <a:pt x="2479411" y="0"/>
                </a:lnTo>
                <a:cubicBezTo>
                  <a:pt x="2520568" y="0"/>
                  <a:pt x="2553982" y="33414"/>
                  <a:pt x="2553982" y="74571"/>
                </a:cubicBezTo>
                <a:lnTo>
                  <a:pt x="2553982" y="531301"/>
                </a:lnTo>
                <a:cubicBezTo>
                  <a:pt x="2553982" y="572458"/>
                  <a:pt x="2520568" y="605872"/>
                  <a:pt x="2479411" y="605872"/>
                </a:cubicBezTo>
                <a:lnTo>
                  <a:pt x="74571" y="605872"/>
                </a:lnTo>
                <a:cubicBezTo>
                  <a:pt x="33414" y="605872"/>
                  <a:pt x="0" y="572458"/>
                  <a:pt x="0" y="531301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4343" y="2790508"/>
            <a:ext cx="238620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Role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84343" y="3014214"/>
            <a:ext cx="2376881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Admin Panel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9890" y="4054679"/>
            <a:ext cx="5707310" cy="2111229"/>
          </a:xfrm>
          <a:custGeom>
            <a:avLst/>
            <a:gdLst/>
            <a:ahLst/>
            <a:cxnLst/>
            <a:rect l="l" t="t" r="r" b="b"/>
            <a:pathLst>
              <a:path w="5620624" h="1482055">
                <a:moveTo>
                  <a:pt x="111851" y="0"/>
                </a:moveTo>
                <a:lnTo>
                  <a:pt x="5508773" y="0"/>
                </a:lnTo>
                <a:cubicBezTo>
                  <a:pt x="5570547" y="0"/>
                  <a:pt x="5620624" y="50077"/>
                  <a:pt x="5620624" y="111851"/>
                </a:cubicBezTo>
                <a:lnTo>
                  <a:pt x="5620624" y="1370204"/>
                </a:lnTo>
                <a:cubicBezTo>
                  <a:pt x="5620624" y="1431978"/>
                  <a:pt x="5570547" y="1482055"/>
                  <a:pt x="5508773" y="1482055"/>
                </a:cubicBezTo>
                <a:lnTo>
                  <a:pt x="111851" y="1482055"/>
                </a:lnTo>
                <a:cubicBezTo>
                  <a:pt x="50119" y="1482055"/>
                  <a:pt x="0" y="1431936"/>
                  <a:pt x="0" y="1370204"/>
                </a:cubicBezTo>
                <a:lnTo>
                  <a:pt x="0" y="111851"/>
                </a:lnTo>
                <a:cubicBezTo>
                  <a:pt x="0" y="50119"/>
                  <a:pt x="50119" y="0"/>
                  <a:pt x="11185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r>
              <a:rPr lang="en-IN" dirty="0"/>
              <a:t>1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F916A03-CA4D-0BC8-540B-ABBDA35B3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500" y="4327321"/>
            <a:ext cx="2326657" cy="70141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9ACC8FC-35D4-9351-D3D2-649866F35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358" y="5145253"/>
            <a:ext cx="2696942" cy="77687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735" y="369735"/>
            <a:ext cx="73947" cy="295788"/>
          </a:xfrm>
          <a:custGeom>
            <a:avLst/>
            <a:gdLst/>
            <a:ahLst/>
            <a:cxnLst/>
            <a:rect l="l" t="t" r="r" b="b"/>
            <a:pathLst>
              <a:path w="73947" h="295788">
                <a:moveTo>
                  <a:pt x="36973" y="0"/>
                </a:moveTo>
                <a:lnTo>
                  <a:pt x="36973" y="0"/>
                </a:lnTo>
                <a:cubicBezTo>
                  <a:pt x="57380" y="0"/>
                  <a:pt x="73947" y="16567"/>
                  <a:pt x="73947" y="36973"/>
                </a:cubicBezTo>
                <a:lnTo>
                  <a:pt x="73947" y="258814"/>
                </a:lnTo>
                <a:cubicBezTo>
                  <a:pt x="73947" y="279234"/>
                  <a:pt x="57393" y="295788"/>
                  <a:pt x="36973" y="295788"/>
                </a:cubicBezTo>
                <a:lnTo>
                  <a:pt x="36973" y="295788"/>
                </a:lnTo>
                <a:cubicBezTo>
                  <a:pt x="16554" y="295788"/>
                  <a:pt x="0" y="279234"/>
                  <a:pt x="0" y="258814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54602" y="425195"/>
            <a:ext cx="127558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kern="0" spc="102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739469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Operations: Hashing and Tokenization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356" y="1298693"/>
            <a:ext cx="5629210" cy="3244422"/>
          </a:xfrm>
          <a:custGeom>
            <a:avLst/>
            <a:gdLst/>
            <a:ahLst/>
            <a:cxnLst/>
            <a:rect l="l" t="t" r="r" b="b"/>
            <a:pathLst>
              <a:path w="5629210" h="3244422">
                <a:moveTo>
                  <a:pt x="110927" y="0"/>
                </a:moveTo>
                <a:lnTo>
                  <a:pt x="5518283" y="0"/>
                </a:lnTo>
                <a:cubicBezTo>
                  <a:pt x="5579546" y="0"/>
                  <a:pt x="5629210" y="49664"/>
                  <a:pt x="5629210" y="110927"/>
                </a:cubicBezTo>
                <a:lnTo>
                  <a:pt x="5629210" y="3133495"/>
                </a:lnTo>
                <a:cubicBezTo>
                  <a:pt x="5629210" y="3194758"/>
                  <a:pt x="5579546" y="3244422"/>
                  <a:pt x="5518283" y="3244422"/>
                </a:cubicBezTo>
                <a:lnTo>
                  <a:pt x="110927" y="3244422"/>
                </a:lnTo>
                <a:cubicBezTo>
                  <a:pt x="49664" y="3244422"/>
                  <a:pt x="0" y="3194758"/>
                  <a:pt x="0" y="3133495"/>
                </a:cubicBezTo>
                <a:lnTo>
                  <a:pt x="0" y="110927"/>
                </a:lnTo>
                <a:cubicBezTo>
                  <a:pt x="0" y="49705"/>
                  <a:pt x="49705" y="0"/>
                  <a:pt x="11092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8467" y="1492804"/>
            <a:ext cx="360491" cy="360491"/>
          </a:xfrm>
          <a:custGeom>
            <a:avLst/>
            <a:gdLst/>
            <a:ahLst/>
            <a:cxnLst/>
            <a:rect l="l" t="t" r="r" b="b"/>
            <a:pathLst>
              <a:path w="360491" h="360491">
                <a:moveTo>
                  <a:pt x="73948" y="0"/>
                </a:moveTo>
                <a:lnTo>
                  <a:pt x="286544" y="0"/>
                </a:lnTo>
                <a:cubicBezTo>
                  <a:pt x="327356" y="0"/>
                  <a:pt x="360491" y="33135"/>
                  <a:pt x="360491" y="73948"/>
                </a:cubicBezTo>
                <a:lnTo>
                  <a:pt x="360491" y="286544"/>
                </a:lnTo>
                <a:cubicBezTo>
                  <a:pt x="360491" y="327384"/>
                  <a:pt x="327384" y="360491"/>
                  <a:pt x="286544" y="360491"/>
                </a:cubicBezTo>
                <a:lnTo>
                  <a:pt x="73948" y="360491"/>
                </a:lnTo>
                <a:cubicBezTo>
                  <a:pt x="33135" y="360491"/>
                  <a:pt x="0" y="327356"/>
                  <a:pt x="0" y="286544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33" y="1589859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109187" y="114387"/>
                </a:moveTo>
                <a:cubicBezTo>
                  <a:pt x="140774" y="114387"/>
                  <a:pt x="166381" y="88780"/>
                  <a:pt x="166381" y="57193"/>
                </a:cubicBezTo>
                <a:cubicBezTo>
                  <a:pt x="166381" y="25607"/>
                  <a:pt x="140774" y="0"/>
                  <a:pt x="109187" y="0"/>
                </a:cubicBezTo>
                <a:cubicBezTo>
                  <a:pt x="77601" y="0"/>
                  <a:pt x="51994" y="25607"/>
                  <a:pt x="51994" y="57193"/>
                </a:cubicBezTo>
                <a:cubicBezTo>
                  <a:pt x="51994" y="63270"/>
                  <a:pt x="52936" y="69152"/>
                  <a:pt x="54691" y="74644"/>
                </a:cubicBezTo>
                <a:lnTo>
                  <a:pt x="2275" y="127060"/>
                </a:lnTo>
                <a:cubicBezTo>
                  <a:pt x="812" y="128523"/>
                  <a:pt x="0" y="130505"/>
                  <a:pt x="0" y="132585"/>
                </a:cubicBezTo>
                <a:lnTo>
                  <a:pt x="0" y="158582"/>
                </a:lnTo>
                <a:cubicBezTo>
                  <a:pt x="0" y="162903"/>
                  <a:pt x="3477" y="166381"/>
                  <a:pt x="7799" y="166381"/>
                </a:cubicBezTo>
                <a:lnTo>
                  <a:pt x="33796" y="166381"/>
                </a:lnTo>
                <a:cubicBezTo>
                  <a:pt x="38118" y="166381"/>
                  <a:pt x="41595" y="162903"/>
                  <a:pt x="41595" y="158582"/>
                </a:cubicBezTo>
                <a:lnTo>
                  <a:pt x="41595" y="145583"/>
                </a:lnTo>
                <a:lnTo>
                  <a:pt x="54594" y="145583"/>
                </a:lnTo>
                <a:cubicBezTo>
                  <a:pt x="58916" y="145583"/>
                  <a:pt x="62393" y="142106"/>
                  <a:pt x="62393" y="137784"/>
                </a:cubicBezTo>
                <a:lnTo>
                  <a:pt x="62393" y="124785"/>
                </a:lnTo>
                <a:lnTo>
                  <a:pt x="75391" y="124785"/>
                </a:lnTo>
                <a:cubicBezTo>
                  <a:pt x="77471" y="124785"/>
                  <a:pt x="79453" y="123973"/>
                  <a:pt x="80916" y="122511"/>
                </a:cubicBezTo>
                <a:lnTo>
                  <a:pt x="91737" y="111689"/>
                </a:lnTo>
                <a:cubicBezTo>
                  <a:pt x="97229" y="113444"/>
                  <a:pt x="103110" y="114387"/>
                  <a:pt x="109187" y="114387"/>
                </a:cubicBezTo>
                <a:close/>
                <a:moveTo>
                  <a:pt x="122186" y="31196"/>
                </a:moveTo>
                <a:cubicBezTo>
                  <a:pt x="129360" y="31196"/>
                  <a:pt x="135184" y="37021"/>
                  <a:pt x="135184" y="44195"/>
                </a:cubicBezTo>
                <a:cubicBezTo>
                  <a:pt x="135184" y="51369"/>
                  <a:pt x="129360" y="57193"/>
                  <a:pt x="122186" y="57193"/>
                </a:cubicBezTo>
                <a:cubicBezTo>
                  <a:pt x="115012" y="57193"/>
                  <a:pt x="109187" y="51369"/>
                  <a:pt x="109187" y="44195"/>
                </a:cubicBezTo>
                <a:cubicBezTo>
                  <a:pt x="109187" y="37021"/>
                  <a:pt x="115012" y="31196"/>
                  <a:pt x="122186" y="3119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44500" y="1543642"/>
            <a:ext cx="160834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Hashing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467" y="2010432"/>
            <a:ext cx="5240989" cy="822660"/>
          </a:xfrm>
          <a:custGeom>
            <a:avLst/>
            <a:gdLst/>
            <a:ahLst/>
            <a:cxnLst/>
            <a:rect l="l" t="t" r="r" b="b"/>
            <a:pathLst>
              <a:path w="5240989" h="822660">
                <a:moveTo>
                  <a:pt x="73949" y="0"/>
                </a:moveTo>
                <a:lnTo>
                  <a:pt x="5167040" y="0"/>
                </a:lnTo>
                <a:cubicBezTo>
                  <a:pt x="5207881" y="0"/>
                  <a:pt x="5240989" y="33108"/>
                  <a:pt x="5240989" y="73949"/>
                </a:cubicBezTo>
                <a:lnTo>
                  <a:pt x="5240989" y="748711"/>
                </a:lnTo>
                <a:cubicBezTo>
                  <a:pt x="5240989" y="789552"/>
                  <a:pt x="5207881" y="822660"/>
                  <a:pt x="5167040" y="822660"/>
                </a:cubicBezTo>
                <a:lnTo>
                  <a:pt x="73949" y="822660"/>
                </a:lnTo>
                <a:cubicBezTo>
                  <a:pt x="33135" y="822660"/>
                  <a:pt x="0" y="789524"/>
                  <a:pt x="0" y="748711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0983" y="2162948"/>
            <a:ext cx="135877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password_hash()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0983" y="2495709"/>
            <a:ext cx="500066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secure password hash using bcrypt algorithm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467" y="2953255"/>
            <a:ext cx="5240989" cy="822660"/>
          </a:xfrm>
          <a:custGeom>
            <a:avLst/>
            <a:gdLst/>
            <a:ahLst/>
            <a:cxnLst/>
            <a:rect l="l" t="t" r="r" b="b"/>
            <a:pathLst>
              <a:path w="5240989" h="822660">
                <a:moveTo>
                  <a:pt x="73949" y="0"/>
                </a:moveTo>
                <a:lnTo>
                  <a:pt x="5167040" y="0"/>
                </a:lnTo>
                <a:cubicBezTo>
                  <a:pt x="5207881" y="0"/>
                  <a:pt x="5240989" y="33108"/>
                  <a:pt x="5240989" y="73949"/>
                </a:cubicBezTo>
                <a:lnTo>
                  <a:pt x="5240989" y="748711"/>
                </a:lnTo>
                <a:cubicBezTo>
                  <a:pt x="5240989" y="789552"/>
                  <a:pt x="5207881" y="822660"/>
                  <a:pt x="5167040" y="822660"/>
                </a:cubicBezTo>
                <a:lnTo>
                  <a:pt x="73949" y="822660"/>
                </a:lnTo>
                <a:cubicBezTo>
                  <a:pt x="33135" y="822660"/>
                  <a:pt x="0" y="789524"/>
                  <a:pt x="0" y="748711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983" y="3105771"/>
            <a:ext cx="1423478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password_verify()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0983" y="3438532"/>
            <a:ext cx="500066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Securely verifies password against stored hash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467" y="3933052"/>
            <a:ext cx="5240989" cy="415951"/>
          </a:xfrm>
          <a:custGeom>
            <a:avLst/>
            <a:gdLst/>
            <a:ahLst/>
            <a:cxnLst/>
            <a:rect l="l" t="t" r="r" b="b"/>
            <a:pathLst>
              <a:path w="5240989" h="415951">
                <a:moveTo>
                  <a:pt x="73948" y="0"/>
                </a:moveTo>
                <a:lnTo>
                  <a:pt x="5167041" y="0"/>
                </a:lnTo>
                <a:cubicBezTo>
                  <a:pt x="5207881" y="0"/>
                  <a:pt x="5240989" y="33108"/>
                  <a:pt x="5240989" y="73948"/>
                </a:cubicBezTo>
                <a:lnTo>
                  <a:pt x="5240989" y="342004"/>
                </a:lnTo>
                <a:cubicBezTo>
                  <a:pt x="5240989" y="382844"/>
                  <a:pt x="5207881" y="415951"/>
                  <a:pt x="5167041" y="415951"/>
                </a:cubicBezTo>
                <a:lnTo>
                  <a:pt x="73948" y="415951"/>
                </a:lnTo>
                <a:cubicBezTo>
                  <a:pt x="33108" y="415951"/>
                  <a:pt x="0" y="382844"/>
                  <a:pt x="0" y="342004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2496" y="4076324"/>
            <a:ext cx="129407" cy="129407"/>
          </a:xfrm>
          <a:custGeom>
            <a:avLst/>
            <a:gdLst/>
            <a:ahLst/>
            <a:cxnLst/>
            <a:rect l="l" t="t" r="r" b="b"/>
            <a:pathLst>
              <a:path w="129407" h="129407">
                <a:moveTo>
                  <a:pt x="64704" y="0"/>
                </a:moveTo>
                <a:cubicBezTo>
                  <a:pt x="65866" y="0"/>
                  <a:pt x="67029" y="253"/>
                  <a:pt x="68090" y="733"/>
                </a:cubicBezTo>
                <a:lnTo>
                  <a:pt x="115708" y="20928"/>
                </a:lnTo>
                <a:cubicBezTo>
                  <a:pt x="121269" y="23278"/>
                  <a:pt x="125414" y="28763"/>
                  <a:pt x="125388" y="35385"/>
                </a:cubicBezTo>
                <a:cubicBezTo>
                  <a:pt x="125262" y="60457"/>
                  <a:pt x="114950" y="106331"/>
                  <a:pt x="71401" y="127183"/>
                </a:cubicBezTo>
                <a:cubicBezTo>
                  <a:pt x="67180" y="129205"/>
                  <a:pt x="62277" y="129205"/>
                  <a:pt x="58056" y="127183"/>
                </a:cubicBezTo>
                <a:cubicBezTo>
                  <a:pt x="14482" y="106331"/>
                  <a:pt x="4196" y="60457"/>
                  <a:pt x="4069" y="35385"/>
                </a:cubicBezTo>
                <a:cubicBezTo>
                  <a:pt x="4044" y="28763"/>
                  <a:pt x="8189" y="23278"/>
                  <a:pt x="13750" y="20928"/>
                </a:cubicBezTo>
                <a:lnTo>
                  <a:pt x="61342" y="733"/>
                </a:lnTo>
                <a:cubicBezTo>
                  <a:pt x="62404" y="253"/>
                  <a:pt x="63541" y="0"/>
                  <a:pt x="64704" y="0"/>
                </a:cubicBezTo>
                <a:close/>
                <a:moveTo>
                  <a:pt x="64704" y="16884"/>
                </a:moveTo>
                <a:lnTo>
                  <a:pt x="64704" y="112448"/>
                </a:lnTo>
                <a:cubicBezTo>
                  <a:pt x="99583" y="95564"/>
                  <a:pt x="108960" y="58157"/>
                  <a:pt x="109187" y="35764"/>
                </a:cubicBezTo>
                <a:lnTo>
                  <a:pt x="64704" y="16909"/>
                </a:lnTo>
                <a:lnTo>
                  <a:pt x="64704" y="1690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904210" y="4048594"/>
            <a:ext cx="4854407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Algorithm:</a:t>
            </a:r>
            <a:r>
              <a:rPr lang="en-US" sz="1019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bcrypt with automatic salt generation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356" y="4700252"/>
            <a:ext cx="5629210" cy="1451208"/>
          </a:xfrm>
          <a:custGeom>
            <a:avLst/>
            <a:gdLst/>
            <a:ahLst/>
            <a:cxnLst/>
            <a:rect l="l" t="t" r="r" b="b"/>
            <a:pathLst>
              <a:path w="5629210" h="1451208">
                <a:moveTo>
                  <a:pt x="110916" y="0"/>
                </a:moveTo>
                <a:lnTo>
                  <a:pt x="5518294" y="0"/>
                </a:lnTo>
                <a:cubicBezTo>
                  <a:pt x="5579551" y="0"/>
                  <a:pt x="5629210" y="49659"/>
                  <a:pt x="5629210" y="110916"/>
                </a:cubicBezTo>
                <a:lnTo>
                  <a:pt x="5629210" y="1340293"/>
                </a:lnTo>
                <a:cubicBezTo>
                  <a:pt x="5629210" y="1401550"/>
                  <a:pt x="5579551" y="1451208"/>
                  <a:pt x="5518294" y="1451208"/>
                </a:cubicBezTo>
                <a:lnTo>
                  <a:pt x="110916" y="1451208"/>
                </a:lnTo>
                <a:cubicBezTo>
                  <a:pt x="49700" y="1451208"/>
                  <a:pt x="0" y="1401509"/>
                  <a:pt x="0" y="1340293"/>
                </a:cubicBezTo>
                <a:lnTo>
                  <a:pt x="0" y="110916"/>
                </a:lnTo>
                <a:cubicBezTo>
                  <a:pt x="0" y="49700"/>
                  <a:pt x="49700" y="0"/>
                  <a:pt x="11091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751" y="4935958"/>
            <a:ext cx="124785" cy="166381"/>
          </a:xfrm>
          <a:custGeom>
            <a:avLst/>
            <a:gdLst/>
            <a:ahLst/>
            <a:cxnLst/>
            <a:rect l="l" t="t" r="r" b="b"/>
            <a:pathLst>
              <a:path w="124785" h="166381">
                <a:moveTo>
                  <a:pt x="41595" y="31196"/>
                </a:moveTo>
                <a:lnTo>
                  <a:pt x="41595" y="51994"/>
                </a:lnTo>
                <a:lnTo>
                  <a:pt x="83190" y="51994"/>
                </a:lnTo>
                <a:lnTo>
                  <a:pt x="83190" y="31196"/>
                </a:lnTo>
                <a:cubicBezTo>
                  <a:pt x="83190" y="19725"/>
                  <a:pt x="73864" y="10399"/>
                  <a:pt x="62393" y="10399"/>
                </a:cubicBezTo>
                <a:cubicBezTo>
                  <a:pt x="50922" y="10399"/>
                  <a:pt x="41595" y="19725"/>
                  <a:pt x="41595" y="31196"/>
                </a:cubicBezTo>
                <a:close/>
                <a:moveTo>
                  <a:pt x="20798" y="51994"/>
                </a:moveTo>
                <a:lnTo>
                  <a:pt x="20798" y="31196"/>
                </a:lnTo>
                <a:cubicBezTo>
                  <a:pt x="20798" y="8222"/>
                  <a:pt x="39418" y="-10399"/>
                  <a:pt x="62393" y="-10399"/>
                </a:cubicBezTo>
                <a:cubicBezTo>
                  <a:pt x="85368" y="-10399"/>
                  <a:pt x="103988" y="8222"/>
                  <a:pt x="103988" y="31196"/>
                </a:cubicBezTo>
                <a:lnTo>
                  <a:pt x="103988" y="51994"/>
                </a:lnTo>
                <a:cubicBezTo>
                  <a:pt x="115459" y="51994"/>
                  <a:pt x="124785" y="61320"/>
                  <a:pt x="124785" y="72792"/>
                </a:cubicBezTo>
                <a:lnTo>
                  <a:pt x="124785" y="145583"/>
                </a:lnTo>
                <a:cubicBezTo>
                  <a:pt x="124785" y="157054"/>
                  <a:pt x="115459" y="166381"/>
                  <a:pt x="103988" y="166381"/>
                </a:cubicBezTo>
                <a:lnTo>
                  <a:pt x="20798" y="166381"/>
                </a:lnTo>
                <a:cubicBezTo>
                  <a:pt x="9326" y="166381"/>
                  <a:pt x="0" y="157054"/>
                  <a:pt x="0" y="145583"/>
                </a:cubicBezTo>
                <a:lnTo>
                  <a:pt x="0" y="72792"/>
                </a:lnTo>
                <a:cubicBezTo>
                  <a:pt x="0" y="61320"/>
                  <a:pt x="9326" y="51994"/>
                  <a:pt x="20798" y="51994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0" name="Text 18"/>
          <p:cNvSpPr/>
          <p:nvPr/>
        </p:nvSpPr>
        <p:spPr>
          <a:xfrm>
            <a:off x="776443" y="4889741"/>
            <a:ext cx="512082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Benefits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2332" y="5277962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2" name="Text 20"/>
          <p:cNvSpPr/>
          <p:nvPr/>
        </p:nvSpPr>
        <p:spPr>
          <a:xfrm>
            <a:off x="859633" y="5259475"/>
            <a:ext cx="268982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One-way hashing prevents password recovery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2332" y="5536776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9633" y="5518290"/>
            <a:ext cx="2652846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salt prevents rainbow table attacks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2332" y="5795591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9633" y="5777104"/>
            <a:ext cx="2227651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cost factor slows brute force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3561" y="1298693"/>
            <a:ext cx="5629210" cy="3281395"/>
          </a:xfrm>
          <a:custGeom>
            <a:avLst/>
            <a:gdLst/>
            <a:ahLst/>
            <a:cxnLst/>
            <a:rect l="l" t="t" r="r" b="b"/>
            <a:pathLst>
              <a:path w="5629210" h="3281395">
                <a:moveTo>
                  <a:pt x="110911" y="0"/>
                </a:moveTo>
                <a:lnTo>
                  <a:pt x="5518299" y="0"/>
                </a:lnTo>
                <a:cubicBezTo>
                  <a:pt x="5579512" y="0"/>
                  <a:pt x="5629210" y="49698"/>
                  <a:pt x="5629210" y="110911"/>
                </a:cubicBezTo>
                <a:lnTo>
                  <a:pt x="5629210" y="3170484"/>
                </a:lnTo>
                <a:cubicBezTo>
                  <a:pt x="5629210" y="3231697"/>
                  <a:pt x="5579512" y="3281395"/>
                  <a:pt x="5518299" y="3281395"/>
                </a:cubicBezTo>
                <a:lnTo>
                  <a:pt x="110911" y="3281395"/>
                </a:lnTo>
                <a:cubicBezTo>
                  <a:pt x="49698" y="3281395"/>
                  <a:pt x="0" y="3231697"/>
                  <a:pt x="0" y="3170484"/>
                </a:cubicBezTo>
                <a:lnTo>
                  <a:pt x="0" y="110911"/>
                </a:lnTo>
                <a:cubicBezTo>
                  <a:pt x="0" y="49698"/>
                  <a:pt x="49698" y="0"/>
                  <a:pt x="110911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7672" y="1492804"/>
            <a:ext cx="360491" cy="360491"/>
          </a:xfrm>
          <a:custGeom>
            <a:avLst/>
            <a:gdLst/>
            <a:ahLst/>
            <a:cxnLst/>
            <a:rect l="l" t="t" r="r" b="b"/>
            <a:pathLst>
              <a:path w="360491" h="360491">
                <a:moveTo>
                  <a:pt x="73948" y="0"/>
                </a:moveTo>
                <a:lnTo>
                  <a:pt x="286544" y="0"/>
                </a:lnTo>
                <a:cubicBezTo>
                  <a:pt x="327356" y="0"/>
                  <a:pt x="360491" y="33135"/>
                  <a:pt x="360491" y="73948"/>
                </a:cubicBezTo>
                <a:lnTo>
                  <a:pt x="360491" y="286544"/>
                </a:lnTo>
                <a:cubicBezTo>
                  <a:pt x="360491" y="327384"/>
                  <a:pt x="327384" y="360491"/>
                  <a:pt x="286544" y="360491"/>
                </a:cubicBezTo>
                <a:lnTo>
                  <a:pt x="73948" y="360491"/>
                </a:lnTo>
                <a:cubicBezTo>
                  <a:pt x="33135" y="360491"/>
                  <a:pt x="0" y="327356"/>
                  <a:pt x="0" y="286544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12700">
            <a:solidFill>
              <a:srgbClr val="C9A86A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87038" y="1589859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83190" y="0"/>
                </a:moveTo>
                <a:cubicBezTo>
                  <a:pt x="84685" y="0"/>
                  <a:pt x="86180" y="325"/>
                  <a:pt x="87545" y="942"/>
                </a:cubicBezTo>
                <a:lnTo>
                  <a:pt x="148768" y="26907"/>
                </a:lnTo>
                <a:cubicBezTo>
                  <a:pt x="155917" y="29929"/>
                  <a:pt x="161246" y="36981"/>
                  <a:pt x="161214" y="45495"/>
                </a:cubicBezTo>
                <a:cubicBezTo>
                  <a:pt x="161051" y="77731"/>
                  <a:pt x="147793" y="136712"/>
                  <a:pt x="91802" y="163521"/>
                </a:cubicBezTo>
                <a:cubicBezTo>
                  <a:pt x="86375" y="166121"/>
                  <a:pt x="80071" y="166121"/>
                  <a:pt x="74644" y="163521"/>
                </a:cubicBezTo>
                <a:cubicBezTo>
                  <a:pt x="18620" y="136712"/>
                  <a:pt x="5394" y="77731"/>
                  <a:pt x="5232" y="45495"/>
                </a:cubicBezTo>
                <a:cubicBezTo>
                  <a:pt x="5199" y="36981"/>
                  <a:pt x="10529" y="29929"/>
                  <a:pt x="17678" y="26907"/>
                </a:cubicBezTo>
                <a:lnTo>
                  <a:pt x="78868" y="942"/>
                </a:lnTo>
                <a:cubicBezTo>
                  <a:pt x="80233" y="325"/>
                  <a:pt x="81695" y="0"/>
                  <a:pt x="83190" y="0"/>
                </a:cubicBezTo>
                <a:close/>
                <a:moveTo>
                  <a:pt x="83190" y="21707"/>
                </a:moveTo>
                <a:lnTo>
                  <a:pt x="83190" y="144576"/>
                </a:lnTo>
                <a:cubicBezTo>
                  <a:pt x="128035" y="122868"/>
                  <a:pt x="140091" y="74774"/>
                  <a:pt x="140384" y="45982"/>
                </a:cubicBezTo>
                <a:lnTo>
                  <a:pt x="83190" y="21740"/>
                </a:lnTo>
                <a:lnTo>
                  <a:pt x="83190" y="2174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0" name="Text 28"/>
          <p:cNvSpPr/>
          <p:nvPr/>
        </p:nvSpPr>
        <p:spPr>
          <a:xfrm>
            <a:off x="6863705" y="1543642"/>
            <a:ext cx="14419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CSRF Protection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87672" y="2010432"/>
            <a:ext cx="5240989" cy="933580"/>
          </a:xfrm>
          <a:custGeom>
            <a:avLst/>
            <a:gdLst/>
            <a:ahLst/>
            <a:cxnLst/>
            <a:rect l="l" t="t" r="r" b="b"/>
            <a:pathLst>
              <a:path w="5240989" h="933580">
                <a:moveTo>
                  <a:pt x="73949" y="0"/>
                </a:moveTo>
                <a:lnTo>
                  <a:pt x="5167040" y="0"/>
                </a:lnTo>
                <a:cubicBezTo>
                  <a:pt x="5207881" y="0"/>
                  <a:pt x="5240989" y="33108"/>
                  <a:pt x="5240989" y="73949"/>
                </a:cubicBezTo>
                <a:lnTo>
                  <a:pt x="5240989" y="859631"/>
                </a:lnTo>
                <a:cubicBezTo>
                  <a:pt x="5240989" y="900472"/>
                  <a:pt x="5207881" y="933580"/>
                  <a:pt x="5167040" y="933580"/>
                </a:cubicBezTo>
                <a:lnTo>
                  <a:pt x="73949" y="933580"/>
                </a:lnTo>
                <a:cubicBezTo>
                  <a:pt x="33108" y="933580"/>
                  <a:pt x="0" y="900472"/>
                  <a:pt x="0" y="859631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0187" y="2162948"/>
            <a:ext cx="4991418" cy="1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3" kern="0" spc="44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Storage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40187" y="2384788"/>
            <a:ext cx="4935958" cy="406708"/>
          </a:xfrm>
          <a:custGeom>
            <a:avLst/>
            <a:gdLst/>
            <a:ahLst/>
            <a:cxnLst/>
            <a:rect l="l" t="t" r="r" b="b"/>
            <a:pathLst>
              <a:path w="4935958" h="406708">
                <a:moveTo>
                  <a:pt x="73948" y="0"/>
                </a:moveTo>
                <a:lnTo>
                  <a:pt x="4862010" y="0"/>
                </a:lnTo>
                <a:cubicBezTo>
                  <a:pt x="4902850" y="0"/>
                  <a:pt x="4935958" y="33107"/>
                  <a:pt x="4935958" y="73948"/>
                </a:cubicBezTo>
                <a:lnTo>
                  <a:pt x="4935958" y="332760"/>
                </a:lnTo>
                <a:cubicBezTo>
                  <a:pt x="4935958" y="373601"/>
                  <a:pt x="4902850" y="406708"/>
                  <a:pt x="4862010" y="406708"/>
                </a:cubicBezTo>
                <a:lnTo>
                  <a:pt x="73948" y="406708"/>
                </a:lnTo>
                <a:cubicBezTo>
                  <a:pt x="33135" y="406708"/>
                  <a:pt x="0" y="373573"/>
                  <a:pt x="0" y="332760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4" name="Text 32"/>
          <p:cNvSpPr/>
          <p:nvPr/>
        </p:nvSpPr>
        <p:spPr>
          <a:xfrm>
            <a:off x="6651107" y="2495709"/>
            <a:ext cx="4778820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$_SESSION['csrf_token']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7672" y="3064176"/>
            <a:ext cx="5240989" cy="600819"/>
          </a:xfrm>
          <a:custGeom>
            <a:avLst/>
            <a:gdLst/>
            <a:ahLst/>
            <a:cxnLst/>
            <a:rect l="l" t="t" r="r" b="b"/>
            <a:pathLst>
              <a:path w="5240989" h="600819">
                <a:moveTo>
                  <a:pt x="73949" y="0"/>
                </a:moveTo>
                <a:lnTo>
                  <a:pt x="5167040" y="0"/>
                </a:lnTo>
                <a:cubicBezTo>
                  <a:pt x="5207881" y="0"/>
                  <a:pt x="5240989" y="33108"/>
                  <a:pt x="5240989" y="73949"/>
                </a:cubicBezTo>
                <a:lnTo>
                  <a:pt x="5240989" y="526870"/>
                </a:lnTo>
                <a:cubicBezTo>
                  <a:pt x="5240989" y="567711"/>
                  <a:pt x="5207881" y="600819"/>
                  <a:pt x="5167040" y="600819"/>
                </a:cubicBezTo>
                <a:lnTo>
                  <a:pt x="73949" y="600819"/>
                </a:lnTo>
                <a:cubicBezTo>
                  <a:pt x="33108" y="600819"/>
                  <a:pt x="0" y="567711"/>
                  <a:pt x="0" y="526870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3214" y="3179718"/>
            <a:ext cx="507460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Rotation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3214" y="3401559"/>
            <a:ext cx="5065365" cy="1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3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Tokens rotate to ensure form integrity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7672" y="3785158"/>
            <a:ext cx="5240989" cy="600819"/>
          </a:xfrm>
          <a:custGeom>
            <a:avLst/>
            <a:gdLst/>
            <a:ahLst/>
            <a:cxnLst/>
            <a:rect l="l" t="t" r="r" b="b"/>
            <a:pathLst>
              <a:path w="5240989" h="600819">
                <a:moveTo>
                  <a:pt x="73949" y="0"/>
                </a:moveTo>
                <a:lnTo>
                  <a:pt x="5167040" y="0"/>
                </a:lnTo>
                <a:cubicBezTo>
                  <a:pt x="5207881" y="0"/>
                  <a:pt x="5240989" y="33108"/>
                  <a:pt x="5240989" y="73949"/>
                </a:cubicBezTo>
                <a:lnTo>
                  <a:pt x="5240989" y="526870"/>
                </a:lnTo>
                <a:cubicBezTo>
                  <a:pt x="5240989" y="567711"/>
                  <a:pt x="5207881" y="600819"/>
                  <a:pt x="5167040" y="600819"/>
                </a:cubicBezTo>
                <a:lnTo>
                  <a:pt x="73949" y="600819"/>
                </a:lnTo>
                <a:cubicBezTo>
                  <a:pt x="33108" y="600819"/>
                  <a:pt x="0" y="567711"/>
                  <a:pt x="0" y="526870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3214" y="3900701"/>
            <a:ext cx="507460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Protection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3214" y="4122541"/>
            <a:ext cx="5065365" cy="1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3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Validates token on POST submissions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3561" y="4737225"/>
            <a:ext cx="5629210" cy="1995989"/>
          </a:xfrm>
          <a:custGeom>
            <a:avLst/>
            <a:gdLst/>
            <a:ahLst/>
            <a:cxnLst/>
            <a:rect l="l" t="t" r="r" b="b"/>
            <a:pathLst>
              <a:path w="5629210" h="1469695">
                <a:moveTo>
                  <a:pt x="110918" y="0"/>
                </a:moveTo>
                <a:lnTo>
                  <a:pt x="5518292" y="0"/>
                </a:lnTo>
                <a:cubicBezTo>
                  <a:pt x="5579550" y="0"/>
                  <a:pt x="5629210" y="49660"/>
                  <a:pt x="5629210" y="110918"/>
                </a:cubicBezTo>
                <a:lnTo>
                  <a:pt x="5629210" y="1358777"/>
                </a:lnTo>
                <a:cubicBezTo>
                  <a:pt x="5629210" y="1420036"/>
                  <a:pt x="5579550" y="1469695"/>
                  <a:pt x="5518292" y="1469695"/>
                </a:cubicBezTo>
                <a:lnTo>
                  <a:pt x="110918" y="1469695"/>
                </a:lnTo>
                <a:cubicBezTo>
                  <a:pt x="49660" y="1469695"/>
                  <a:pt x="0" y="1420036"/>
                  <a:pt x="0" y="1358777"/>
                </a:cubicBezTo>
                <a:lnTo>
                  <a:pt x="0" y="110918"/>
                </a:lnTo>
                <a:cubicBezTo>
                  <a:pt x="0" y="49660"/>
                  <a:pt x="49660" y="0"/>
                  <a:pt x="11091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356" y="6243316"/>
            <a:ext cx="5629210" cy="489898"/>
          </a:xfrm>
          <a:custGeom>
            <a:avLst/>
            <a:gdLst/>
            <a:ahLst/>
            <a:cxnLst/>
            <a:rect l="l" t="t" r="r" b="b"/>
            <a:pathLst>
              <a:path w="5629210" h="489898">
                <a:moveTo>
                  <a:pt x="110923" y="0"/>
                </a:moveTo>
                <a:lnTo>
                  <a:pt x="5518287" y="0"/>
                </a:lnTo>
                <a:cubicBezTo>
                  <a:pt x="5579548" y="0"/>
                  <a:pt x="5629210" y="49662"/>
                  <a:pt x="5629210" y="110923"/>
                </a:cubicBezTo>
                <a:lnTo>
                  <a:pt x="5629210" y="378976"/>
                </a:lnTo>
                <a:cubicBezTo>
                  <a:pt x="5629210" y="440237"/>
                  <a:pt x="5579548" y="489898"/>
                  <a:pt x="5518287" y="489898"/>
                </a:cubicBezTo>
                <a:lnTo>
                  <a:pt x="110923" y="489898"/>
                </a:lnTo>
                <a:cubicBezTo>
                  <a:pt x="49703" y="489898"/>
                  <a:pt x="0" y="440196"/>
                  <a:pt x="0" y="378976"/>
                </a:cubicBezTo>
                <a:lnTo>
                  <a:pt x="0" y="110923"/>
                </a:lnTo>
                <a:cubicBezTo>
                  <a:pt x="0" y="49703"/>
                  <a:pt x="49703" y="0"/>
                  <a:pt x="11092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5358" y="6423561"/>
            <a:ext cx="129407" cy="129407"/>
          </a:xfrm>
          <a:custGeom>
            <a:avLst/>
            <a:gdLst/>
            <a:ahLst/>
            <a:cxnLst/>
            <a:rect l="l" t="t" r="r" b="b"/>
            <a:pathLst>
              <a:path w="129407" h="129407">
                <a:moveTo>
                  <a:pt x="64704" y="129407"/>
                </a:moveTo>
                <a:cubicBezTo>
                  <a:pt x="100414" y="129407"/>
                  <a:pt x="129407" y="100414"/>
                  <a:pt x="129407" y="64704"/>
                </a:cubicBezTo>
                <a:cubicBezTo>
                  <a:pt x="129407" y="28993"/>
                  <a:pt x="100414" y="0"/>
                  <a:pt x="64704" y="0"/>
                </a:cubicBezTo>
                <a:cubicBezTo>
                  <a:pt x="28993" y="0"/>
                  <a:pt x="0" y="28993"/>
                  <a:pt x="0" y="64704"/>
                </a:cubicBezTo>
                <a:cubicBezTo>
                  <a:pt x="0" y="100414"/>
                  <a:pt x="28993" y="129407"/>
                  <a:pt x="64704" y="129407"/>
                </a:cubicBezTo>
                <a:close/>
                <a:moveTo>
                  <a:pt x="56616" y="40440"/>
                </a:moveTo>
                <a:cubicBezTo>
                  <a:pt x="56616" y="35976"/>
                  <a:pt x="60240" y="32352"/>
                  <a:pt x="64704" y="32352"/>
                </a:cubicBezTo>
                <a:cubicBezTo>
                  <a:pt x="69167" y="32352"/>
                  <a:pt x="72792" y="35976"/>
                  <a:pt x="72792" y="40440"/>
                </a:cubicBezTo>
                <a:cubicBezTo>
                  <a:pt x="72792" y="44904"/>
                  <a:pt x="69167" y="48528"/>
                  <a:pt x="64704" y="48528"/>
                </a:cubicBezTo>
                <a:cubicBezTo>
                  <a:pt x="60240" y="48528"/>
                  <a:pt x="56616" y="44904"/>
                  <a:pt x="56616" y="40440"/>
                </a:cubicBezTo>
                <a:close/>
                <a:moveTo>
                  <a:pt x="54594" y="56616"/>
                </a:moveTo>
                <a:lnTo>
                  <a:pt x="66726" y="56616"/>
                </a:lnTo>
                <a:cubicBezTo>
                  <a:pt x="70087" y="56616"/>
                  <a:pt x="72792" y="59320"/>
                  <a:pt x="72792" y="62682"/>
                </a:cubicBezTo>
                <a:lnTo>
                  <a:pt x="72792" y="84923"/>
                </a:lnTo>
                <a:lnTo>
                  <a:pt x="74813" y="84923"/>
                </a:lnTo>
                <a:cubicBezTo>
                  <a:pt x="78175" y="84923"/>
                  <a:pt x="80879" y="87628"/>
                  <a:pt x="80879" y="90989"/>
                </a:cubicBezTo>
                <a:cubicBezTo>
                  <a:pt x="80879" y="94351"/>
                  <a:pt x="78175" y="97055"/>
                  <a:pt x="74813" y="97055"/>
                </a:cubicBezTo>
                <a:lnTo>
                  <a:pt x="54594" y="97055"/>
                </a:lnTo>
                <a:cubicBezTo>
                  <a:pt x="51232" y="97055"/>
                  <a:pt x="48528" y="94351"/>
                  <a:pt x="48528" y="90989"/>
                </a:cubicBezTo>
                <a:cubicBezTo>
                  <a:pt x="48528" y="87628"/>
                  <a:pt x="51232" y="84923"/>
                  <a:pt x="54594" y="84923"/>
                </a:cubicBezTo>
                <a:lnTo>
                  <a:pt x="60660" y="84923"/>
                </a:lnTo>
                <a:lnTo>
                  <a:pt x="60660" y="68748"/>
                </a:lnTo>
                <a:lnTo>
                  <a:pt x="54594" y="68748"/>
                </a:lnTo>
                <a:cubicBezTo>
                  <a:pt x="51232" y="68748"/>
                  <a:pt x="48528" y="66043"/>
                  <a:pt x="48528" y="62682"/>
                </a:cubicBezTo>
                <a:cubicBezTo>
                  <a:pt x="48528" y="59320"/>
                  <a:pt x="51232" y="56616"/>
                  <a:pt x="54594" y="5661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9" name="Text 47"/>
          <p:cNvSpPr/>
          <p:nvPr/>
        </p:nvSpPr>
        <p:spPr>
          <a:xfrm>
            <a:off x="747072" y="6395831"/>
            <a:ext cx="5168682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Standard:</a:t>
            </a:r>
            <a:r>
              <a:rPr lang="en-US" sz="1019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Implements OWASP-recommended security practices</a:t>
            </a:r>
            <a:endParaRPr lang="en-US" sz="16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C9930E3-A970-0764-15CE-70C3EA3E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31"/>
          <a:stretch>
            <a:fillRect/>
          </a:stretch>
        </p:blipFill>
        <p:spPr>
          <a:xfrm>
            <a:off x="6410570" y="5006210"/>
            <a:ext cx="5218091" cy="145801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Security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Sanitization and Output 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657975" cy="2790825"/>
          </a:xfrm>
          <a:custGeom>
            <a:avLst/>
            <a:gdLst/>
            <a:ahLst/>
            <a:cxnLst/>
            <a:rect l="l" t="t" r="r" b="b"/>
            <a:pathLst>
              <a:path w="6657975" h="2790825">
                <a:moveTo>
                  <a:pt x="114312" y="0"/>
                </a:moveTo>
                <a:lnTo>
                  <a:pt x="6543663" y="0"/>
                </a:lnTo>
                <a:cubicBezTo>
                  <a:pt x="6606796" y="0"/>
                  <a:pt x="6657975" y="51179"/>
                  <a:pt x="6657975" y="114312"/>
                </a:cubicBezTo>
                <a:lnTo>
                  <a:pt x="6657975" y="2676513"/>
                </a:lnTo>
                <a:cubicBezTo>
                  <a:pt x="6657975" y="2739646"/>
                  <a:pt x="6606796" y="2790825"/>
                  <a:pt x="6543663" y="2790825"/>
                </a:cubicBezTo>
                <a:lnTo>
                  <a:pt x="114312" y="2790825"/>
                </a:lnTo>
                <a:cubicBezTo>
                  <a:pt x="51179" y="2790825"/>
                  <a:pt x="0" y="2739646"/>
                  <a:pt x="0" y="2676513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5382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8181" y="1638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6396" y="21431"/>
                  <a:pt x="2478" y="24043"/>
                  <a:pt x="804" y="28062"/>
                </a:cubicBezTo>
                <a:cubicBezTo>
                  <a:pt x="-871" y="32080"/>
                  <a:pt x="67" y="36668"/>
                  <a:pt x="3148" y="39715"/>
                </a:cubicBezTo>
                <a:lnTo>
                  <a:pt x="64294" y="100894"/>
                </a:lnTo>
                <a:lnTo>
                  <a:pt x="64294" y="139303"/>
                </a:lnTo>
                <a:cubicBezTo>
                  <a:pt x="64294" y="142149"/>
                  <a:pt x="65432" y="144862"/>
                  <a:pt x="67441" y="146871"/>
                </a:cubicBezTo>
                <a:lnTo>
                  <a:pt x="88873" y="168302"/>
                </a:lnTo>
                <a:cubicBezTo>
                  <a:pt x="91953" y="171383"/>
                  <a:pt x="96541" y="172287"/>
                  <a:pt x="100559" y="170613"/>
                </a:cubicBezTo>
                <a:cubicBezTo>
                  <a:pt x="104578" y="168939"/>
                  <a:pt x="107156" y="165054"/>
                  <a:pt x="107156" y="160734"/>
                </a:cubicBezTo>
                <a:lnTo>
                  <a:pt x="107156" y="100894"/>
                </a:lnTo>
                <a:lnTo>
                  <a:pt x="168302" y="39748"/>
                </a:lnTo>
                <a:cubicBezTo>
                  <a:pt x="171383" y="36668"/>
                  <a:pt x="172287" y="32080"/>
                  <a:pt x="170613" y="28062"/>
                </a:cubicBezTo>
                <a:cubicBezTo>
                  <a:pt x="168939" y="24043"/>
                  <a:pt x="165054" y="21431"/>
                  <a:pt x="160734" y="21431"/>
                </a:cubicBezTo>
                <a:lnTo>
                  <a:pt x="10716" y="21431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59067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Sanitization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071688"/>
            <a:ext cx="6257925" cy="1000125"/>
          </a:xfrm>
          <a:custGeom>
            <a:avLst/>
            <a:gdLst/>
            <a:ahLst/>
            <a:cxnLst/>
            <a:rect l="l" t="t" r="r" b="b"/>
            <a:pathLst>
              <a:path w="6257925" h="1000125">
                <a:moveTo>
                  <a:pt x="76200" y="0"/>
                </a:moveTo>
                <a:lnTo>
                  <a:pt x="6181725" y="0"/>
                </a:lnTo>
                <a:cubicBezTo>
                  <a:pt x="6223809" y="0"/>
                  <a:pt x="6257925" y="34116"/>
                  <a:pt x="6257925" y="76200"/>
                </a:cubicBezTo>
                <a:lnTo>
                  <a:pt x="6257925" y="923925"/>
                </a:lnTo>
                <a:cubicBezTo>
                  <a:pt x="6257925" y="966009"/>
                  <a:pt x="6223809" y="1000125"/>
                  <a:pt x="61817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950" y="2228850"/>
            <a:ext cx="5943600" cy="419100"/>
          </a:xfrm>
          <a:custGeom>
            <a:avLst/>
            <a:gdLst/>
            <a:ahLst/>
            <a:cxnLst/>
            <a:rect l="l" t="t" r="r" b="b"/>
            <a:pathLst>
              <a:path w="5943600" h="419100">
                <a:moveTo>
                  <a:pt x="76201" y="0"/>
                </a:moveTo>
                <a:lnTo>
                  <a:pt x="5867399" y="0"/>
                </a:lnTo>
                <a:cubicBezTo>
                  <a:pt x="5909484" y="0"/>
                  <a:pt x="5943600" y="34116"/>
                  <a:pt x="5943600" y="76201"/>
                </a:cubicBezTo>
                <a:lnTo>
                  <a:pt x="5943600" y="342899"/>
                </a:lnTo>
                <a:cubicBezTo>
                  <a:pt x="5943600" y="384984"/>
                  <a:pt x="5909484" y="419100"/>
                  <a:pt x="58673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" y="2343150"/>
            <a:ext cx="578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filter_var($url, FILTER_SANITIZE_URL)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2950" y="2724150"/>
            <a:ext cx="601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string sanitization for safe redirects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788" y="3195638"/>
            <a:ext cx="6257925" cy="733425"/>
          </a:xfrm>
          <a:custGeom>
            <a:avLst/>
            <a:gdLst/>
            <a:ahLst/>
            <a:cxnLst/>
            <a:rect l="l" t="t" r="r" b="b"/>
            <a:pathLst>
              <a:path w="6257925" h="733425">
                <a:moveTo>
                  <a:pt x="76203" y="0"/>
                </a:moveTo>
                <a:lnTo>
                  <a:pt x="6181722" y="0"/>
                </a:lnTo>
                <a:cubicBezTo>
                  <a:pt x="6223780" y="0"/>
                  <a:pt x="6257925" y="34145"/>
                  <a:pt x="6257925" y="76203"/>
                </a:cubicBezTo>
                <a:lnTo>
                  <a:pt x="6257925" y="657222"/>
                </a:lnTo>
                <a:cubicBezTo>
                  <a:pt x="6257925" y="699280"/>
                  <a:pt x="6223780" y="733425"/>
                  <a:pt x="61817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950" y="3352800"/>
            <a:ext cx="601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PDO Assignments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2950" y="3581400"/>
            <a:ext cx="601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PDO parameter binding for all user inputs (excluding passwords)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291013"/>
            <a:ext cx="6657975" cy="1781175"/>
          </a:xfrm>
          <a:custGeom>
            <a:avLst/>
            <a:gdLst/>
            <a:ahLst/>
            <a:cxnLst/>
            <a:rect l="l" t="t" r="r" b="b"/>
            <a:pathLst>
              <a:path w="6657975" h="1781175">
                <a:moveTo>
                  <a:pt x="114298" y="0"/>
                </a:moveTo>
                <a:lnTo>
                  <a:pt x="6543677" y="0"/>
                </a:lnTo>
                <a:cubicBezTo>
                  <a:pt x="6606760" y="0"/>
                  <a:pt x="6657975" y="51215"/>
                  <a:pt x="6657975" y="114298"/>
                </a:cubicBezTo>
                <a:lnTo>
                  <a:pt x="6657975" y="1666877"/>
                </a:lnTo>
                <a:cubicBezTo>
                  <a:pt x="6657975" y="1729960"/>
                  <a:pt x="6606760" y="1781175"/>
                  <a:pt x="6543677" y="1781175"/>
                </a:cubicBezTo>
                <a:lnTo>
                  <a:pt x="114298" y="1781175"/>
                </a:lnTo>
                <a:cubicBezTo>
                  <a:pt x="51215" y="1781175"/>
                  <a:pt x="0" y="1729960"/>
                  <a:pt x="0" y="16668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122" y="45339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" y="4486275"/>
            <a:ext cx="613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Escaping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5788" y="4872038"/>
            <a:ext cx="6257925" cy="1000125"/>
          </a:xfrm>
          <a:custGeom>
            <a:avLst/>
            <a:gdLst/>
            <a:ahLst/>
            <a:cxnLst/>
            <a:rect l="l" t="t" r="r" b="b"/>
            <a:pathLst>
              <a:path w="6257925" h="1000125">
                <a:moveTo>
                  <a:pt x="76200" y="0"/>
                </a:moveTo>
                <a:lnTo>
                  <a:pt x="6181725" y="0"/>
                </a:lnTo>
                <a:cubicBezTo>
                  <a:pt x="6223809" y="0"/>
                  <a:pt x="6257925" y="34116"/>
                  <a:pt x="6257925" y="76200"/>
                </a:cubicBezTo>
                <a:lnTo>
                  <a:pt x="6257925" y="923925"/>
                </a:lnTo>
                <a:cubicBezTo>
                  <a:pt x="6257925" y="966009"/>
                  <a:pt x="6223809" y="1000125"/>
                  <a:pt x="61817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2950" y="5029200"/>
            <a:ext cx="5943600" cy="419100"/>
          </a:xfrm>
          <a:custGeom>
            <a:avLst/>
            <a:gdLst/>
            <a:ahLst/>
            <a:cxnLst/>
            <a:rect l="l" t="t" r="r" b="b"/>
            <a:pathLst>
              <a:path w="5943600" h="419100">
                <a:moveTo>
                  <a:pt x="76201" y="0"/>
                </a:moveTo>
                <a:lnTo>
                  <a:pt x="5867399" y="0"/>
                </a:lnTo>
                <a:cubicBezTo>
                  <a:pt x="5909484" y="0"/>
                  <a:pt x="5943600" y="34116"/>
                  <a:pt x="5943600" y="76201"/>
                </a:cubicBezTo>
                <a:lnTo>
                  <a:pt x="5943600" y="342899"/>
                </a:lnTo>
                <a:cubicBezTo>
                  <a:pt x="5943600" y="384984"/>
                  <a:pt x="5909484" y="419100"/>
                  <a:pt x="58673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" y="5143500"/>
            <a:ext cx="578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htmlspecialchars($output)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2950" y="5524500"/>
            <a:ext cx="601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Applied across all </a:t>
            </a:r>
            <a:r>
              <a:rPr lang="en-US" sz="945" dirty="0">
                <a:solidFill>
                  <a:srgbClr val="C9A86A"/>
                </a:solidFill>
                <a:highlight>
                  <a:srgbClr val="C9A86A">
                    <a:alpha val="15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.php </a:t>
            </a: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templates to prevent XSS execution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43763" y="1338263"/>
            <a:ext cx="4562475" cy="3038475"/>
          </a:xfrm>
          <a:custGeom>
            <a:avLst/>
            <a:gdLst/>
            <a:ahLst/>
            <a:cxnLst/>
            <a:rect l="l" t="t" r="r" b="b"/>
            <a:pathLst>
              <a:path w="4562475" h="3038475">
                <a:moveTo>
                  <a:pt x="114307" y="0"/>
                </a:moveTo>
                <a:lnTo>
                  <a:pt x="4448168" y="0"/>
                </a:lnTo>
                <a:cubicBezTo>
                  <a:pt x="4511298" y="0"/>
                  <a:pt x="4562475" y="51177"/>
                  <a:pt x="4562475" y="114307"/>
                </a:cubicBezTo>
                <a:lnTo>
                  <a:pt x="4562475" y="2924168"/>
                </a:lnTo>
                <a:cubicBezTo>
                  <a:pt x="4562475" y="2987298"/>
                  <a:pt x="4511298" y="3038475"/>
                  <a:pt x="4448168" y="3038475"/>
                </a:cubicBezTo>
                <a:lnTo>
                  <a:pt x="114307" y="3038475"/>
                </a:lnTo>
                <a:cubicBezTo>
                  <a:pt x="51177" y="3038475"/>
                  <a:pt x="0" y="2987298"/>
                  <a:pt x="0" y="29241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62838" y="1581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5" name="Text 23"/>
          <p:cNvSpPr/>
          <p:nvPr/>
        </p:nvSpPr>
        <p:spPr>
          <a:xfrm>
            <a:off x="7658100" y="1533525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Layers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43788" y="1957388"/>
            <a:ext cx="4162425" cy="657225"/>
          </a:xfrm>
          <a:custGeom>
            <a:avLst/>
            <a:gdLst/>
            <a:ahLst/>
            <a:cxnLst/>
            <a:rect l="l" t="t" r="r" b="b"/>
            <a:pathLst>
              <a:path w="4162425" h="657225">
                <a:moveTo>
                  <a:pt x="76199" y="0"/>
                </a:moveTo>
                <a:lnTo>
                  <a:pt x="4086226" y="0"/>
                </a:lnTo>
                <a:cubicBezTo>
                  <a:pt x="4128310" y="0"/>
                  <a:pt x="4162425" y="34115"/>
                  <a:pt x="4162425" y="76199"/>
                </a:cubicBezTo>
                <a:lnTo>
                  <a:pt x="4162425" y="581026"/>
                </a:lnTo>
                <a:cubicBezTo>
                  <a:pt x="4162425" y="623110"/>
                  <a:pt x="4128310" y="657225"/>
                  <a:pt x="4086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1425" y="2095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7650" y="207645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Injection Defense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62850" y="2343150"/>
            <a:ext cx="398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PDO prepared statements with parameter binding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43788" y="2738438"/>
            <a:ext cx="4162425" cy="657225"/>
          </a:xfrm>
          <a:custGeom>
            <a:avLst/>
            <a:gdLst/>
            <a:ahLst/>
            <a:cxnLst/>
            <a:rect l="l" t="t" r="r" b="b"/>
            <a:pathLst>
              <a:path w="4162425" h="657225">
                <a:moveTo>
                  <a:pt x="76199" y="0"/>
                </a:moveTo>
                <a:lnTo>
                  <a:pt x="4086226" y="0"/>
                </a:lnTo>
                <a:cubicBezTo>
                  <a:pt x="4128310" y="0"/>
                  <a:pt x="4162425" y="34115"/>
                  <a:pt x="4162425" y="76199"/>
                </a:cubicBezTo>
                <a:lnTo>
                  <a:pt x="4162425" y="581026"/>
                </a:lnTo>
                <a:cubicBezTo>
                  <a:pt x="4162425" y="623110"/>
                  <a:pt x="4128310" y="657225"/>
                  <a:pt x="4086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72375" y="28765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2" name="Text 30"/>
          <p:cNvSpPr/>
          <p:nvPr/>
        </p:nvSpPr>
        <p:spPr>
          <a:xfrm>
            <a:off x="7867650" y="28575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XSS Prevention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62850" y="3124200"/>
            <a:ext cx="398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htmlspecialchars() escapes output in all views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43788" y="3519488"/>
            <a:ext cx="4162425" cy="657225"/>
          </a:xfrm>
          <a:custGeom>
            <a:avLst/>
            <a:gdLst/>
            <a:ahLst/>
            <a:cxnLst/>
            <a:rect l="l" t="t" r="r" b="b"/>
            <a:pathLst>
              <a:path w="4162425" h="657225">
                <a:moveTo>
                  <a:pt x="76199" y="0"/>
                </a:moveTo>
                <a:lnTo>
                  <a:pt x="4086226" y="0"/>
                </a:lnTo>
                <a:cubicBezTo>
                  <a:pt x="4128310" y="0"/>
                  <a:pt x="4162425" y="34115"/>
                  <a:pt x="4162425" y="76199"/>
                </a:cubicBezTo>
                <a:lnTo>
                  <a:pt x="4162425" y="581026"/>
                </a:lnTo>
                <a:cubicBezTo>
                  <a:pt x="4162425" y="623110"/>
                  <a:pt x="4128310" y="657225"/>
                  <a:pt x="4086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72375" y="3657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6" name="Text 34"/>
          <p:cNvSpPr/>
          <p:nvPr/>
        </p:nvSpPr>
        <p:spPr>
          <a:xfrm>
            <a:off x="7867650" y="363855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Validation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62850" y="3905250"/>
            <a:ext cx="398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filter_var() sanitizes redirect parameters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243763" y="4538663"/>
            <a:ext cx="4562475" cy="1866899"/>
          </a:xfrm>
          <a:custGeom>
            <a:avLst/>
            <a:gdLst/>
            <a:ahLst/>
            <a:cxnLst/>
            <a:rect l="l" t="t" r="r" b="b"/>
            <a:pathLst>
              <a:path w="4562475" h="1514475">
                <a:moveTo>
                  <a:pt x="114297" y="0"/>
                </a:moveTo>
                <a:lnTo>
                  <a:pt x="4448178" y="0"/>
                </a:lnTo>
                <a:cubicBezTo>
                  <a:pt x="4511260" y="0"/>
                  <a:pt x="4562475" y="51215"/>
                  <a:pt x="4562475" y="114297"/>
                </a:cubicBezTo>
                <a:lnTo>
                  <a:pt x="4562475" y="1400178"/>
                </a:lnTo>
                <a:cubicBezTo>
                  <a:pt x="4562475" y="1463260"/>
                  <a:pt x="4511260" y="1514475"/>
                  <a:pt x="444817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5763" y="6219825"/>
            <a:ext cx="6695642" cy="504825"/>
          </a:xfrm>
          <a:custGeom>
            <a:avLst/>
            <a:gdLst/>
            <a:ahLst/>
            <a:cxnLst/>
            <a:rect l="l" t="t" r="r" b="b"/>
            <a:pathLst>
              <a:path w="4562475" h="504825">
                <a:moveTo>
                  <a:pt x="114302" y="0"/>
                </a:moveTo>
                <a:lnTo>
                  <a:pt x="4448173" y="0"/>
                </a:lnTo>
                <a:cubicBezTo>
                  <a:pt x="4511300" y="0"/>
                  <a:pt x="4562475" y="51175"/>
                  <a:pt x="4562475" y="114302"/>
                </a:cubicBezTo>
                <a:lnTo>
                  <a:pt x="4562475" y="390523"/>
                </a:lnTo>
                <a:cubicBezTo>
                  <a:pt x="4562475" y="453650"/>
                  <a:pt x="4511300" y="504825"/>
                  <a:pt x="44481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644" y="640556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65086" y="17398"/>
                </a:moveTo>
                <a:cubicBezTo>
                  <a:pt x="67795" y="13674"/>
                  <a:pt x="66961" y="8465"/>
                  <a:pt x="63237" y="5756"/>
                </a:cubicBezTo>
                <a:cubicBezTo>
                  <a:pt x="59513" y="3047"/>
                  <a:pt x="54304" y="3881"/>
                  <a:pt x="51595" y="7605"/>
                </a:cubicBezTo>
                <a:lnTo>
                  <a:pt x="23987" y="45553"/>
                </a:lnTo>
                <a:lnTo>
                  <a:pt x="14221" y="35786"/>
                </a:lnTo>
                <a:cubicBezTo>
                  <a:pt x="10965" y="32530"/>
                  <a:pt x="5678" y="32530"/>
                  <a:pt x="2422" y="35786"/>
                </a:cubicBezTo>
                <a:cubicBezTo>
                  <a:pt x="-833" y="39041"/>
                  <a:pt x="-833" y="44328"/>
                  <a:pt x="2422" y="47584"/>
                </a:cubicBezTo>
                <a:lnTo>
                  <a:pt x="19091" y="64253"/>
                </a:lnTo>
                <a:cubicBezTo>
                  <a:pt x="20810" y="65972"/>
                  <a:pt x="23206" y="66857"/>
                  <a:pt x="25628" y="66675"/>
                </a:cubicBezTo>
                <a:cubicBezTo>
                  <a:pt x="28050" y="66493"/>
                  <a:pt x="30290" y="65243"/>
                  <a:pt x="31723" y="63263"/>
                </a:cubicBezTo>
                <a:lnTo>
                  <a:pt x="65060" y="17424"/>
                </a:lnTo>
                <a:close/>
                <a:moveTo>
                  <a:pt x="98424" y="52819"/>
                </a:moveTo>
                <a:cubicBezTo>
                  <a:pt x="101132" y="49095"/>
                  <a:pt x="100299" y="43886"/>
                  <a:pt x="96575" y="41177"/>
                </a:cubicBezTo>
                <a:cubicBezTo>
                  <a:pt x="92850" y="38468"/>
                  <a:pt x="87641" y="39302"/>
                  <a:pt x="84932" y="43026"/>
                </a:cubicBezTo>
                <a:lnTo>
                  <a:pt x="40656" y="103893"/>
                </a:lnTo>
                <a:lnTo>
                  <a:pt x="22555" y="85792"/>
                </a:lnTo>
                <a:cubicBezTo>
                  <a:pt x="19299" y="82536"/>
                  <a:pt x="14012" y="82536"/>
                  <a:pt x="10757" y="85792"/>
                </a:cubicBezTo>
                <a:cubicBezTo>
                  <a:pt x="7501" y="89048"/>
                  <a:pt x="7501" y="94335"/>
                  <a:pt x="10757" y="97590"/>
                </a:cubicBezTo>
                <a:lnTo>
                  <a:pt x="35760" y="122593"/>
                </a:lnTo>
                <a:cubicBezTo>
                  <a:pt x="37479" y="124312"/>
                  <a:pt x="39875" y="125198"/>
                  <a:pt x="42297" y="125016"/>
                </a:cubicBezTo>
                <a:cubicBezTo>
                  <a:pt x="44719" y="124833"/>
                  <a:pt x="46959" y="123583"/>
                  <a:pt x="48391" y="121604"/>
                </a:cubicBezTo>
                <a:lnTo>
                  <a:pt x="98398" y="52845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6" name="Text 44"/>
          <p:cNvSpPr/>
          <p:nvPr/>
        </p:nvSpPr>
        <p:spPr>
          <a:xfrm>
            <a:off x="771525" y="6376987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Rendering is made safer across all view templates</a:t>
            </a:r>
            <a:endParaRPr lang="en-US" sz="16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18E8E92-C03F-3646-D914-3E05676981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2"/>
          <a:stretch>
            <a:fillRect/>
          </a:stretch>
        </p:blipFill>
        <p:spPr>
          <a:xfrm>
            <a:off x="7348537" y="4675333"/>
            <a:ext cx="4372599" cy="15935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381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Implementation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99267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 Advanced Features (OOP, Namespaces, Seeding)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772275" cy="2752725"/>
          </a:xfrm>
          <a:custGeom>
            <a:avLst/>
            <a:gdLst/>
            <a:ahLst/>
            <a:cxnLst/>
            <a:rect l="l" t="t" r="r" b="b"/>
            <a:pathLst>
              <a:path w="6772275" h="2752725">
                <a:moveTo>
                  <a:pt x="114293" y="0"/>
                </a:moveTo>
                <a:lnTo>
                  <a:pt x="6657982" y="0"/>
                </a:lnTo>
                <a:cubicBezTo>
                  <a:pt x="6721062" y="0"/>
                  <a:pt x="6772275" y="51213"/>
                  <a:pt x="6772275" y="114293"/>
                </a:cubicBezTo>
                <a:lnTo>
                  <a:pt x="6772275" y="2638432"/>
                </a:lnTo>
                <a:cubicBezTo>
                  <a:pt x="6772275" y="2701512"/>
                  <a:pt x="6721062" y="2752725"/>
                  <a:pt x="665798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53828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295274"/>
                </a:lnTo>
                <a:cubicBezTo>
                  <a:pt x="371475" y="337359"/>
                  <a:pt x="337359" y="371475"/>
                  <a:pt x="295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897" y="16383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5906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Seeding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788" y="2071688"/>
            <a:ext cx="6372225" cy="1238250"/>
          </a:xfrm>
          <a:custGeom>
            <a:avLst/>
            <a:gdLst/>
            <a:ahLst/>
            <a:cxnLst/>
            <a:rect l="l" t="t" r="r" b="b"/>
            <a:pathLst>
              <a:path w="6372225" h="1238250">
                <a:moveTo>
                  <a:pt x="76202" y="0"/>
                </a:moveTo>
                <a:lnTo>
                  <a:pt x="6296023" y="0"/>
                </a:lnTo>
                <a:cubicBezTo>
                  <a:pt x="6338108" y="0"/>
                  <a:pt x="6372225" y="34117"/>
                  <a:pt x="6372225" y="76202"/>
                </a:cubicBezTo>
                <a:lnTo>
                  <a:pt x="6372225" y="1162048"/>
                </a:lnTo>
                <a:cubicBezTo>
                  <a:pt x="6372225" y="1204133"/>
                  <a:pt x="6338108" y="1238250"/>
                  <a:pt x="6296023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228850"/>
            <a:ext cx="611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Seeding Script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950" y="2457450"/>
            <a:ext cx="6057900" cy="695325"/>
          </a:xfrm>
          <a:custGeom>
            <a:avLst/>
            <a:gdLst/>
            <a:ahLst/>
            <a:cxnLst/>
            <a:rect l="l" t="t" r="r" b="b"/>
            <a:pathLst>
              <a:path w="6057900" h="695325">
                <a:moveTo>
                  <a:pt x="76201" y="0"/>
                </a:moveTo>
                <a:lnTo>
                  <a:pt x="5981699" y="0"/>
                </a:lnTo>
                <a:cubicBezTo>
                  <a:pt x="6023784" y="0"/>
                  <a:pt x="6057900" y="34116"/>
                  <a:pt x="6057900" y="76201"/>
                </a:cubicBezTo>
                <a:lnTo>
                  <a:pt x="6057900" y="619124"/>
                </a:lnTo>
                <a:cubicBezTo>
                  <a:pt x="6057900" y="661209"/>
                  <a:pt x="6023784" y="695325"/>
                  <a:pt x="59816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" y="2571750"/>
            <a:ext cx="5829300" cy="238125"/>
          </a:xfrm>
          <a:custGeom>
            <a:avLst/>
            <a:gdLst/>
            <a:ahLst/>
            <a:cxnLst/>
            <a:rect l="l" t="t" r="r" b="b"/>
            <a:pathLst>
              <a:path w="5829300" h="238125">
                <a:moveTo>
                  <a:pt x="38100" y="0"/>
                </a:moveTo>
                <a:lnTo>
                  <a:pt x="5791200" y="0"/>
                </a:lnTo>
                <a:cubicBezTo>
                  <a:pt x="5812228" y="0"/>
                  <a:pt x="5829300" y="17072"/>
                  <a:pt x="5829300" y="38100"/>
                </a:cubicBezTo>
                <a:lnTo>
                  <a:pt x="5829300" y="200025"/>
                </a:lnTo>
                <a:cubicBezTo>
                  <a:pt x="5829300" y="221053"/>
                  <a:pt x="5812228" y="238125"/>
                  <a:pt x="5791200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14902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" y="2571750"/>
            <a:ext cx="5897880" cy="238125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database/seed.php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" y="2881908"/>
            <a:ext cx="5886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raw PDO to format structural schemas and load initial testing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1025" y="3462933"/>
            <a:ext cx="6448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Seeding enables rapid environment setup with consistent test data for development and staging environments.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253508"/>
            <a:ext cx="6772275" cy="2143125"/>
          </a:xfrm>
          <a:custGeom>
            <a:avLst/>
            <a:gdLst/>
            <a:ahLst/>
            <a:cxnLst/>
            <a:rect l="l" t="t" r="r" b="b"/>
            <a:pathLst>
              <a:path w="6772275" h="2143125">
                <a:moveTo>
                  <a:pt x="114293" y="0"/>
                </a:moveTo>
                <a:lnTo>
                  <a:pt x="6657982" y="0"/>
                </a:lnTo>
                <a:cubicBezTo>
                  <a:pt x="6721104" y="0"/>
                  <a:pt x="6772275" y="51171"/>
                  <a:pt x="6772275" y="114293"/>
                </a:cubicBezTo>
                <a:lnTo>
                  <a:pt x="6772275" y="2028832"/>
                </a:lnTo>
                <a:cubicBezTo>
                  <a:pt x="6772275" y="2091954"/>
                  <a:pt x="6721104" y="2143125"/>
                  <a:pt x="66579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838" y="44963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" y="4448770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 Architecture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5788" y="4834533"/>
            <a:ext cx="6372225" cy="619125"/>
          </a:xfrm>
          <a:custGeom>
            <a:avLst/>
            <a:gdLst/>
            <a:ahLst/>
            <a:cxnLst/>
            <a:rect l="l" t="t" r="r" b="b"/>
            <a:pathLst>
              <a:path w="6372225" h="619125">
                <a:moveTo>
                  <a:pt x="76202" y="0"/>
                </a:moveTo>
                <a:lnTo>
                  <a:pt x="6296023" y="0"/>
                </a:lnTo>
                <a:cubicBezTo>
                  <a:pt x="6338108" y="0"/>
                  <a:pt x="6372225" y="34117"/>
                  <a:pt x="6372225" y="76202"/>
                </a:cubicBezTo>
                <a:lnTo>
                  <a:pt x="6372225" y="542923"/>
                </a:lnTo>
                <a:cubicBezTo>
                  <a:pt x="6372225" y="585008"/>
                  <a:pt x="6338108" y="619125"/>
                  <a:pt x="6296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850" y="4953595"/>
            <a:ext cx="620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App\ namespace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850" y="518219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PSR-4-esque autoloading configured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5788" y="5577483"/>
            <a:ext cx="6372225" cy="619125"/>
          </a:xfrm>
          <a:custGeom>
            <a:avLst/>
            <a:gdLst/>
            <a:ahLst/>
            <a:cxnLst/>
            <a:rect l="l" t="t" r="r" b="b"/>
            <a:pathLst>
              <a:path w="6372225" h="619125">
                <a:moveTo>
                  <a:pt x="76202" y="0"/>
                </a:moveTo>
                <a:lnTo>
                  <a:pt x="6296023" y="0"/>
                </a:lnTo>
                <a:cubicBezTo>
                  <a:pt x="6338108" y="0"/>
                  <a:pt x="6372225" y="34117"/>
                  <a:pt x="6372225" y="76202"/>
                </a:cubicBezTo>
                <a:lnTo>
                  <a:pt x="6372225" y="542923"/>
                </a:lnTo>
                <a:cubicBezTo>
                  <a:pt x="6372225" y="585008"/>
                  <a:pt x="6338108" y="619125"/>
                  <a:pt x="629602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850" y="5696545"/>
            <a:ext cx="620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Collision Prevention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" y="592514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Separates App\Controllers from App\Core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31894" y="462126"/>
            <a:ext cx="4448175" cy="2924175"/>
          </a:xfrm>
          <a:custGeom>
            <a:avLst/>
            <a:gdLst/>
            <a:ahLst/>
            <a:cxnLst/>
            <a:rect l="l" t="t" r="r" b="b"/>
            <a:pathLst>
              <a:path w="4448175" h="2924175">
                <a:moveTo>
                  <a:pt x="114306" y="0"/>
                </a:moveTo>
                <a:lnTo>
                  <a:pt x="4333869" y="0"/>
                </a:lnTo>
                <a:cubicBezTo>
                  <a:pt x="4396998" y="0"/>
                  <a:pt x="4448175" y="51177"/>
                  <a:pt x="4448175" y="114306"/>
                </a:cubicBezTo>
                <a:lnTo>
                  <a:pt x="4448175" y="2809869"/>
                </a:lnTo>
                <a:cubicBezTo>
                  <a:pt x="4448175" y="2872998"/>
                  <a:pt x="4396998" y="2924175"/>
                  <a:pt x="4333869" y="2924175"/>
                </a:cubicBezTo>
                <a:lnTo>
                  <a:pt x="114306" y="2924175"/>
                </a:lnTo>
                <a:cubicBezTo>
                  <a:pt x="51177" y="2924175"/>
                  <a:pt x="0" y="2872998"/>
                  <a:pt x="0" y="280986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68828" y="70501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7953375" y="657388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Execution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39063" y="1081251"/>
            <a:ext cx="4048125" cy="1228725"/>
          </a:xfrm>
          <a:custGeom>
            <a:avLst/>
            <a:gdLst/>
            <a:ahLst/>
            <a:cxnLst/>
            <a:rect l="l" t="t" r="r" b="b"/>
            <a:pathLst>
              <a:path w="4048125" h="1228725">
                <a:moveTo>
                  <a:pt x="76206" y="0"/>
                </a:moveTo>
                <a:lnTo>
                  <a:pt x="3971919" y="0"/>
                </a:lnTo>
                <a:cubicBezTo>
                  <a:pt x="4014007" y="0"/>
                  <a:pt x="4048125" y="34118"/>
                  <a:pt x="4048125" y="76206"/>
                </a:cubicBezTo>
                <a:lnTo>
                  <a:pt x="4048125" y="1152519"/>
                </a:lnTo>
                <a:cubicBezTo>
                  <a:pt x="4048125" y="1194607"/>
                  <a:pt x="4014007" y="1228725"/>
                  <a:pt x="397191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6225" y="1238413"/>
            <a:ext cx="3733800" cy="419100"/>
          </a:xfrm>
          <a:custGeom>
            <a:avLst/>
            <a:gdLst/>
            <a:ahLst/>
            <a:cxnLst/>
            <a:rect l="l" t="t" r="r" b="b"/>
            <a:pathLst>
              <a:path w="3733800" h="419100">
                <a:moveTo>
                  <a:pt x="76201" y="0"/>
                </a:moveTo>
                <a:lnTo>
                  <a:pt x="3657599" y="0"/>
                </a:lnTo>
                <a:cubicBezTo>
                  <a:pt x="3699684" y="0"/>
                  <a:pt x="3733800" y="34116"/>
                  <a:pt x="3733800" y="76201"/>
                </a:cubicBezTo>
                <a:lnTo>
                  <a:pt x="3733800" y="342899"/>
                </a:lnTo>
                <a:cubicBezTo>
                  <a:pt x="3733800" y="384984"/>
                  <a:pt x="3699684" y="419100"/>
                  <a:pt x="36575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0" name="Text 28"/>
          <p:cNvSpPr/>
          <p:nvPr/>
        </p:nvSpPr>
        <p:spPr>
          <a:xfrm>
            <a:off x="8010525" y="135271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Auction::findById()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96225" y="1771813"/>
            <a:ext cx="3800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factory method used strategically for efficient model retrieval without instantiation overhead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53350" y="24861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3" name="Text 31"/>
          <p:cNvSpPr/>
          <p:nvPr/>
        </p:nvSpPr>
        <p:spPr>
          <a:xfrm>
            <a:off x="8039100" y="2467138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object instantiation overhead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53350" y="27528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5" name="Text 33"/>
          <p:cNvSpPr/>
          <p:nvPr/>
        </p:nvSpPr>
        <p:spPr>
          <a:xfrm>
            <a:off x="8039100" y="2733838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clean API for common queries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53350" y="30195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7" name="Text 35"/>
          <p:cNvSpPr/>
          <p:nvPr/>
        </p:nvSpPr>
        <p:spPr>
          <a:xfrm>
            <a:off x="8039100" y="3000538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Encapsulates query logic in model</a:t>
            </a:r>
            <a:endParaRPr lang="en-US" sz="16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472B10F-1C3E-405C-7EA0-090CA3DD5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894" y="3553584"/>
            <a:ext cx="2970740" cy="31313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7" y="371707"/>
            <a:ext cx="74341" cy="297366"/>
          </a:xfrm>
          <a:custGeom>
            <a:avLst/>
            <a:gdLst/>
            <a:ahLst/>
            <a:cxnLst/>
            <a:rect l="l" t="t" r="r" b="b"/>
            <a:pathLst>
              <a:path w="74341" h="297366">
                <a:moveTo>
                  <a:pt x="37171" y="0"/>
                </a:moveTo>
                <a:lnTo>
                  <a:pt x="37171" y="0"/>
                </a:lnTo>
                <a:cubicBezTo>
                  <a:pt x="57700" y="0"/>
                  <a:pt x="74341" y="16642"/>
                  <a:pt x="74341" y="37171"/>
                </a:cubicBezTo>
                <a:lnTo>
                  <a:pt x="74341" y="260195"/>
                </a:lnTo>
                <a:cubicBezTo>
                  <a:pt x="74341" y="280710"/>
                  <a:pt x="57686" y="297366"/>
                  <a:pt x="37171" y="297366"/>
                </a:cubicBezTo>
                <a:lnTo>
                  <a:pt x="37171" y="297366"/>
                </a:lnTo>
                <a:cubicBezTo>
                  <a:pt x="16656" y="297366"/>
                  <a:pt x="0" y="280710"/>
                  <a:pt x="0" y="260195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557561" y="427463"/>
            <a:ext cx="181207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kern="0" spc="102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1707" y="743415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 and Framework Identifications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6354" y="1305622"/>
            <a:ext cx="6792951" cy="2434683"/>
          </a:xfrm>
          <a:custGeom>
            <a:avLst/>
            <a:gdLst/>
            <a:ahLst/>
            <a:cxnLst/>
            <a:rect l="l" t="t" r="r" b="b"/>
            <a:pathLst>
              <a:path w="6792951" h="2434683">
                <a:moveTo>
                  <a:pt x="111508" y="0"/>
                </a:moveTo>
                <a:lnTo>
                  <a:pt x="6681443" y="0"/>
                </a:lnTo>
                <a:cubicBezTo>
                  <a:pt x="6743027" y="0"/>
                  <a:pt x="6792951" y="49924"/>
                  <a:pt x="6792951" y="111508"/>
                </a:cubicBezTo>
                <a:lnTo>
                  <a:pt x="6792951" y="2323174"/>
                </a:lnTo>
                <a:cubicBezTo>
                  <a:pt x="6792951" y="2384759"/>
                  <a:pt x="6743027" y="2434683"/>
                  <a:pt x="6681443" y="2434683"/>
                </a:cubicBezTo>
                <a:lnTo>
                  <a:pt x="111508" y="2434683"/>
                </a:lnTo>
                <a:cubicBezTo>
                  <a:pt x="49924" y="2434683"/>
                  <a:pt x="0" y="2384759"/>
                  <a:pt x="0" y="2323174"/>
                </a:cubicBezTo>
                <a:lnTo>
                  <a:pt x="0" y="111508"/>
                </a:lnTo>
                <a:cubicBezTo>
                  <a:pt x="0" y="49965"/>
                  <a:pt x="49965" y="0"/>
                  <a:pt x="11150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500768"/>
            <a:ext cx="362415" cy="362415"/>
          </a:xfrm>
          <a:custGeom>
            <a:avLst/>
            <a:gdLst/>
            <a:ahLst/>
            <a:cxnLst/>
            <a:rect l="l" t="t" r="r" b="b"/>
            <a:pathLst>
              <a:path w="362415" h="362415">
                <a:moveTo>
                  <a:pt x="74342" y="0"/>
                </a:moveTo>
                <a:lnTo>
                  <a:pt x="288073" y="0"/>
                </a:lnTo>
                <a:cubicBezTo>
                  <a:pt x="329131" y="0"/>
                  <a:pt x="362415" y="33284"/>
                  <a:pt x="362415" y="74342"/>
                </a:cubicBezTo>
                <a:lnTo>
                  <a:pt x="362415" y="288073"/>
                </a:lnTo>
                <a:cubicBezTo>
                  <a:pt x="362415" y="329131"/>
                  <a:pt x="329131" y="362415"/>
                  <a:pt x="288073" y="362415"/>
                </a:cubicBezTo>
                <a:lnTo>
                  <a:pt x="74342" y="362415"/>
                </a:lnTo>
                <a:cubicBezTo>
                  <a:pt x="33284" y="362415"/>
                  <a:pt x="0" y="329131"/>
                  <a:pt x="0" y="288073"/>
                </a:cubicBezTo>
                <a:lnTo>
                  <a:pt x="0" y="74342"/>
                </a:lnTo>
                <a:cubicBezTo>
                  <a:pt x="0" y="33312"/>
                  <a:pt x="33312" y="0"/>
                  <a:pt x="7434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12700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396" y="1598341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62726" y="20909"/>
                </a:moveTo>
                <a:cubicBezTo>
                  <a:pt x="62726" y="15126"/>
                  <a:pt x="67397" y="10454"/>
                  <a:pt x="73180" y="10454"/>
                </a:cubicBezTo>
                <a:lnTo>
                  <a:pt x="94088" y="10454"/>
                </a:lnTo>
                <a:cubicBezTo>
                  <a:pt x="99871" y="10454"/>
                  <a:pt x="104543" y="15126"/>
                  <a:pt x="104543" y="20909"/>
                </a:cubicBezTo>
                <a:lnTo>
                  <a:pt x="104543" y="41817"/>
                </a:lnTo>
                <a:cubicBezTo>
                  <a:pt x="104543" y="47600"/>
                  <a:pt x="99871" y="52271"/>
                  <a:pt x="94088" y="52271"/>
                </a:cubicBezTo>
                <a:lnTo>
                  <a:pt x="91475" y="52271"/>
                </a:lnTo>
                <a:lnTo>
                  <a:pt x="91475" y="73180"/>
                </a:lnTo>
                <a:lnTo>
                  <a:pt x="130678" y="73180"/>
                </a:lnTo>
                <a:cubicBezTo>
                  <a:pt x="143681" y="73180"/>
                  <a:pt x="154200" y="83699"/>
                  <a:pt x="154200" y="96702"/>
                </a:cubicBezTo>
                <a:lnTo>
                  <a:pt x="154200" y="114997"/>
                </a:lnTo>
                <a:lnTo>
                  <a:pt x="156814" y="114997"/>
                </a:lnTo>
                <a:cubicBezTo>
                  <a:pt x="162597" y="114997"/>
                  <a:pt x="167268" y="119669"/>
                  <a:pt x="167268" y="125451"/>
                </a:cubicBezTo>
                <a:lnTo>
                  <a:pt x="167268" y="146360"/>
                </a:lnTo>
                <a:cubicBezTo>
                  <a:pt x="167268" y="152142"/>
                  <a:pt x="162597" y="156814"/>
                  <a:pt x="156814" y="156814"/>
                </a:cubicBezTo>
                <a:lnTo>
                  <a:pt x="135905" y="156814"/>
                </a:lnTo>
                <a:cubicBezTo>
                  <a:pt x="130123" y="156814"/>
                  <a:pt x="125451" y="152142"/>
                  <a:pt x="125451" y="146360"/>
                </a:cubicBezTo>
                <a:lnTo>
                  <a:pt x="125451" y="125451"/>
                </a:lnTo>
                <a:cubicBezTo>
                  <a:pt x="125451" y="119669"/>
                  <a:pt x="130123" y="114997"/>
                  <a:pt x="135905" y="114997"/>
                </a:cubicBezTo>
                <a:lnTo>
                  <a:pt x="138519" y="114997"/>
                </a:lnTo>
                <a:lnTo>
                  <a:pt x="138519" y="96702"/>
                </a:lnTo>
                <a:cubicBezTo>
                  <a:pt x="138519" y="92357"/>
                  <a:pt x="135023" y="88861"/>
                  <a:pt x="130678" y="88861"/>
                </a:cubicBezTo>
                <a:lnTo>
                  <a:pt x="91475" y="88861"/>
                </a:lnTo>
                <a:lnTo>
                  <a:pt x="91475" y="114997"/>
                </a:lnTo>
                <a:lnTo>
                  <a:pt x="94088" y="114997"/>
                </a:lnTo>
                <a:cubicBezTo>
                  <a:pt x="99871" y="114997"/>
                  <a:pt x="104543" y="119669"/>
                  <a:pt x="104543" y="125451"/>
                </a:cubicBezTo>
                <a:lnTo>
                  <a:pt x="104543" y="146360"/>
                </a:lnTo>
                <a:cubicBezTo>
                  <a:pt x="104543" y="152142"/>
                  <a:pt x="99871" y="156814"/>
                  <a:pt x="94088" y="156814"/>
                </a:cubicBezTo>
                <a:lnTo>
                  <a:pt x="73180" y="156814"/>
                </a:lnTo>
                <a:cubicBezTo>
                  <a:pt x="67397" y="156814"/>
                  <a:pt x="62726" y="152142"/>
                  <a:pt x="62726" y="146360"/>
                </a:cubicBezTo>
                <a:lnTo>
                  <a:pt x="62726" y="125451"/>
                </a:lnTo>
                <a:cubicBezTo>
                  <a:pt x="62726" y="119669"/>
                  <a:pt x="67397" y="114997"/>
                  <a:pt x="73180" y="114997"/>
                </a:cubicBezTo>
                <a:lnTo>
                  <a:pt x="75793" y="114997"/>
                </a:lnTo>
                <a:lnTo>
                  <a:pt x="75793" y="88861"/>
                </a:lnTo>
                <a:lnTo>
                  <a:pt x="36590" y="88861"/>
                </a:lnTo>
                <a:cubicBezTo>
                  <a:pt x="32245" y="88861"/>
                  <a:pt x="28749" y="92357"/>
                  <a:pt x="28749" y="96702"/>
                </a:cubicBezTo>
                <a:lnTo>
                  <a:pt x="28749" y="114997"/>
                </a:lnTo>
                <a:lnTo>
                  <a:pt x="31363" y="114997"/>
                </a:lnTo>
                <a:cubicBezTo>
                  <a:pt x="37145" y="114997"/>
                  <a:pt x="41817" y="119669"/>
                  <a:pt x="41817" y="125451"/>
                </a:cubicBezTo>
                <a:lnTo>
                  <a:pt x="41817" y="146360"/>
                </a:lnTo>
                <a:cubicBezTo>
                  <a:pt x="41817" y="152142"/>
                  <a:pt x="37145" y="156814"/>
                  <a:pt x="31363" y="156814"/>
                </a:cubicBezTo>
                <a:lnTo>
                  <a:pt x="10454" y="156814"/>
                </a:lnTo>
                <a:cubicBezTo>
                  <a:pt x="4672" y="156814"/>
                  <a:pt x="0" y="152142"/>
                  <a:pt x="0" y="146360"/>
                </a:cubicBezTo>
                <a:lnTo>
                  <a:pt x="0" y="125451"/>
                </a:lnTo>
                <a:cubicBezTo>
                  <a:pt x="0" y="119669"/>
                  <a:pt x="4672" y="114997"/>
                  <a:pt x="10454" y="114997"/>
                </a:cubicBezTo>
                <a:lnTo>
                  <a:pt x="13068" y="114997"/>
                </a:lnTo>
                <a:lnTo>
                  <a:pt x="13068" y="96702"/>
                </a:lnTo>
                <a:cubicBezTo>
                  <a:pt x="13068" y="83699"/>
                  <a:pt x="23587" y="73180"/>
                  <a:pt x="36590" y="73180"/>
                </a:cubicBezTo>
                <a:lnTo>
                  <a:pt x="75793" y="73180"/>
                </a:lnTo>
                <a:lnTo>
                  <a:pt x="75793" y="52271"/>
                </a:lnTo>
                <a:lnTo>
                  <a:pt x="73180" y="52271"/>
                </a:lnTo>
                <a:cubicBezTo>
                  <a:pt x="67397" y="52271"/>
                  <a:pt x="62726" y="47600"/>
                  <a:pt x="62726" y="41817"/>
                </a:cubicBezTo>
                <a:lnTo>
                  <a:pt x="62726" y="2090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Text 6"/>
          <p:cNvSpPr/>
          <p:nvPr/>
        </p:nvSpPr>
        <p:spPr>
          <a:xfrm>
            <a:off x="1050073" y="1551878"/>
            <a:ext cx="157046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MVC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854" y="2016512"/>
            <a:ext cx="6477000" cy="213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Rigid Custom Model-View-Controller (MVC)</a:t>
            </a:r>
            <a:r>
              <a:rPr lang="en-US" sz="1024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architecture with centralized Front-Controller Routing mechanism.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381250"/>
            <a:ext cx="6402659" cy="1170878"/>
          </a:xfrm>
          <a:custGeom>
            <a:avLst/>
            <a:gdLst/>
            <a:ahLst/>
            <a:cxnLst/>
            <a:rect l="l" t="t" r="r" b="b"/>
            <a:pathLst>
              <a:path w="6402659" h="1170878">
                <a:moveTo>
                  <a:pt x="74339" y="0"/>
                </a:moveTo>
                <a:lnTo>
                  <a:pt x="6328319" y="0"/>
                </a:lnTo>
                <a:cubicBezTo>
                  <a:pt x="6369376" y="0"/>
                  <a:pt x="6402659" y="33283"/>
                  <a:pt x="6402659" y="74339"/>
                </a:cubicBezTo>
                <a:lnTo>
                  <a:pt x="6402659" y="1096539"/>
                </a:lnTo>
                <a:cubicBezTo>
                  <a:pt x="6402659" y="1137595"/>
                  <a:pt x="6369376" y="1170878"/>
                  <a:pt x="6328319" y="1170878"/>
                </a:cubicBezTo>
                <a:lnTo>
                  <a:pt x="74339" y="1170878"/>
                </a:lnTo>
                <a:cubicBezTo>
                  <a:pt x="33283" y="1170878"/>
                  <a:pt x="0" y="1137595"/>
                  <a:pt x="0" y="1096539"/>
                </a:cubicBezTo>
                <a:lnTo>
                  <a:pt x="0" y="74339"/>
                </a:lnTo>
                <a:cubicBezTo>
                  <a:pt x="0" y="33283"/>
                  <a:pt x="33283" y="0"/>
                  <a:pt x="74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829" y="2534579"/>
            <a:ext cx="6151756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kern="0" spc="44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Entry Point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4829" y="2757604"/>
            <a:ext cx="6096000" cy="641195"/>
          </a:xfrm>
          <a:custGeom>
            <a:avLst/>
            <a:gdLst/>
            <a:ahLst/>
            <a:cxnLst/>
            <a:rect l="l" t="t" r="r" b="b"/>
            <a:pathLst>
              <a:path w="6096000" h="641195">
                <a:moveTo>
                  <a:pt x="74340" y="0"/>
                </a:moveTo>
                <a:lnTo>
                  <a:pt x="6021660" y="0"/>
                </a:lnTo>
                <a:cubicBezTo>
                  <a:pt x="6062717" y="0"/>
                  <a:pt x="6096000" y="33283"/>
                  <a:pt x="6096000" y="74340"/>
                </a:cubicBezTo>
                <a:lnTo>
                  <a:pt x="6096000" y="566855"/>
                </a:lnTo>
                <a:cubicBezTo>
                  <a:pt x="6096000" y="607912"/>
                  <a:pt x="6062717" y="641195"/>
                  <a:pt x="6021660" y="641195"/>
                </a:cubicBezTo>
                <a:lnTo>
                  <a:pt x="74340" y="641195"/>
                </a:lnTo>
                <a:cubicBezTo>
                  <a:pt x="33311" y="641195"/>
                  <a:pt x="0" y="607884"/>
                  <a:pt x="0" y="566855"/>
                </a:cubicBezTo>
                <a:lnTo>
                  <a:pt x="0" y="74340"/>
                </a:lnTo>
                <a:cubicBezTo>
                  <a:pt x="0" y="33311"/>
                  <a:pt x="33311" y="0"/>
                  <a:pt x="74340" y="0"/>
                </a:cubicBez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341" y="2869116"/>
            <a:ext cx="5872976" cy="232317"/>
          </a:xfrm>
          <a:custGeom>
            <a:avLst/>
            <a:gdLst/>
            <a:ahLst/>
            <a:cxnLst/>
            <a:rect l="l" t="t" r="r" b="b"/>
            <a:pathLst>
              <a:path w="5872976" h="232317">
                <a:moveTo>
                  <a:pt x="37171" y="0"/>
                </a:moveTo>
                <a:lnTo>
                  <a:pt x="5835805" y="0"/>
                </a:lnTo>
                <a:cubicBezTo>
                  <a:pt x="5856334" y="0"/>
                  <a:pt x="5872976" y="16642"/>
                  <a:pt x="5872976" y="37171"/>
                </a:cubicBezTo>
                <a:lnTo>
                  <a:pt x="5872976" y="195146"/>
                </a:lnTo>
                <a:cubicBezTo>
                  <a:pt x="5872976" y="215675"/>
                  <a:pt x="5856334" y="232317"/>
                  <a:pt x="5835805" y="232317"/>
                </a:cubicBezTo>
                <a:lnTo>
                  <a:pt x="37171" y="232317"/>
                </a:lnTo>
                <a:cubicBezTo>
                  <a:pt x="16656" y="232317"/>
                  <a:pt x="0" y="215661"/>
                  <a:pt x="0" y="195146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C9A86A">
              <a:alpha val="14902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36341" y="2869116"/>
            <a:ext cx="5939883" cy="232317"/>
          </a:xfrm>
          <a:prstGeom prst="rect">
            <a:avLst/>
          </a:prstGeom>
          <a:noFill/>
          <a:ln/>
        </p:spPr>
        <p:txBody>
          <a:bodyPr wrap="square" lIns="74341" tIns="18585" rIns="74341" bIns="18585" rtlCol="0" anchor="ctr"/>
          <a:lstStyle/>
          <a:p>
            <a:pPr>
              <a:lnSpc>
                <a:spcPct val="120000"/>
              </a:lnSpc>
            </a:pPr>
            <a:r>
              <a:rPr lang="en-US" sz="1054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index.php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341" y="3134538"/>
            <a:ext cx="5928732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incoming traffic routes through central front controller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6354" y="3901184"/>
            <a:ext cx="6792951" cy="2741341"/>
          </a:xfrm>
          <a:custGeom>
            <a:avLst/>
            <a:gdLst/>
            <a:ahLst/>
            <a:cxnLst/>
            <a:rect l="l" t="t" r="r" b="b"/>
            <a:pathLst>
              <a:path w="6792951" h="2741341">
                <a:moveTo>
                  <a:pt x="111518" y="0"/>
                </a:moveTo>
                <a:lnTo>
                  <a:pt x="6681433" y="0"/>
                </a:lnTo>
                <a:cubicBezTo>
                  <a:pt x="6743023" y="0"/>
                  <a:pt x="6792951" y="49928"/>
                  <a:pt x="6792951" y="111518"/>
                </a:cubicBezTo>
                <a:lnTo>
                  <a:pt x="6792951" y="2629824"/>
                </a:lnTo>
                <a:cubicBezTo>
                  <a:pt x="6792951" y="2691413"/>
                  <a:pt x="6743023" y="2741341"/>
                  <a:pt x="6681433" y="2741341"/>
                </a:cubicBezTo>
                <a:lnTo>
                  <a:pt x="111518" y="2741341"/>
                </a:lnTo>
                <a:cubicBezTo>
                  <a:pt x="49928" y="2741341"/>
                  <a:pt x="0" y="2691413"/>
                  <a:pt x="0" y="2629824"/>
                </a:cubicBezTo>
                <a:lnTo>
                  <a:pt x="0" y="111518"/>
                </a:lnTo>
                <a:cubicBezTo>
                  <a:pt x="0" y="49928"/>
                  <a:pt x="49928" y="0"/>
                  <a:pt x="11151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085" y="4138148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75957" y="1699"/>
                </a:moveTo>
                <a:cubicBezTo>
                  <a:pt x="80825" y="-555"/>
                  <a:pt x="86444" y="-555"/>
                  <a:pt x="91311" y="1699"/>
                </a:cubicBezTo>
                <a:lnTo>
                  <a:pt x="162727" y="34695"/>
                </a:lnTo>
                <a:cubicBezTo>
                  <a:pt x="165504" y="35969"/>
                  <a:pt x="167268" y="38746"/>
                  <a:pt x="167268" y="41817"/>
                </a:cubicBezTo>
                <a:cubicBezTo>
                  <a:pt x="167268" y="44888"/>
                  <a:pt x="165504" y="47665"/>
                  <a:pt x="162727" y="48939"/>
                </a:cubicBezTo>
                <a:lnTo>
                  <a:pt x="91311" y="81935"/>
                </a:lnTo>
                <a:cubicBezTo>
                  <a:pt x="86444" y="84190"/>
                  <a:pt x="80825" y="84190"/>
                  <a:pt x="75957" y="81935"/>
                </a:cubicBezTo>
                <a:lnTo>
                  <a:pt x="4541" y="48939"/>
                </a:lnTo>
                <a:cubicBezTo>
                  <a:pt x="1764" y="47632"/>
                  <a:pt x="0" y="44855"/>
                  <a:pt x="0" y="41817"/>
                </a:cubicBezTo>
                <a:cubicBezTo>
                  <a:pt x="0" y="38779"/>
                  <a:pt x="1764" y="35969"/>
                  <a:pt x="4541" y="34695"/>
                </a:cubicBezTo>
                <a:lnTo>
                  <a:pt x="75957" y="1699"/>
                </a:lnTo>
                <a:close/>
                <a:moveTo>
                  <a:pt x="15714" y="71350"/>
                </a:moveTo>
                <a:lnTo>
                  <a:pt x="69390" y="96147"/>
                </a:lnTo>
                <a:cubicBezTo>
                  <a:pt x="78440" y="100328"/>
                  <a:pt x="88861" y="100328"/>
                  <a:pt x="97911" y="96147"/>
                </a:cubicBezTo>
                <a:lnTo>
                  <a:pt x="151587" y="71350"/>
                </a:lnTo>
                <a:lnTo>
                  <a:pt x="162727" y="76512"/>
                </a:lnTo>
                <a:cubicBezTo>
                  <a:pt x="165504" y="77786"/>
                  <a:pt x="167268" y="80563"/>
                  <a:pt x="167268" y="83634"/>
                </a:cubicBezTo>
                <a:cubicBezTo>
                  <a:pt x="167268" y="86705"/>
                  <a:pt x="165504" y="89482"/>
                  <a:pt x="162727" y="90756"/>
                </a:cubicBezTo>
                <a:lnTo>
                  <a:pt x="91311" y="123752"/>
                </a:lnTo>
                <a:cubicBezTo>
                  <a:pt x="86444" y="126007"/>
                  <a:pt x="80825" y="126007"/>
                  <a:pt x="75957" y="123752"/>
                </a:cubicBezTo>
                <a:lnTo>
                  <a:pt x="4541" y="90756"/>
                </a:lnTo>
                <a:cubicBezTo>
                  <a:pt x="1764" y="89449"/>
                  <a:pt x="0" y="86672"/>
                  <a:pt x="0" y="83634"/>
                </a:cubicBezTo>
                <a:cubicBezTo>
                  <a:pt x="0" y="80596"/>
                  <a:pt x="1764" y="77786"/>
                  <a:pt x="4541" y="76512"/>
                </a:cubicBezTo>
                <a:lnTo>
                  <a:pt x="15681" y="71350"/>
                </a:lnTo>
                <a:close/>
                <a:moveTo>
                  <a:pt x="4541" y="118329"/>
                </a:moveTo>
                <a:lnTo>
                  <a:pt x="15681" y="113167"/>
                </a:lnTo>
                <a:lnTo>
                  <a:pt x="69358" y="137964"/>
                </a:lnTo>
                <a:cubicBezTo>
                  <a:pt x="78407" y="142145"/>
                  <a:pt x="88829" y="142145"/>
                  <a:pt x="97878" y="137964"/>
                </a:cubicBezTo>
                <a:lnTo>
                  <a:pt x="151554" y="113167"/>
                </a:lnTo>
                <a:lnTo>
                  <a:pt x="162695" y="118329"/>
                </a:lnTo>
                <a:cubicBezTo>
                  <a:pt x="165471" y="119603"/>
                  <a:pt x="167236" y="122380"/>
                  <a:pt x="167236" y="125451"/>
                </a:cubicBezTo>
                <a:cubicBezTo>
                  <a:pt x="167236" y="128522"/>
                  <a:pt x="165471" y="131299"/>
                  <a:pt x="162695" y="132573"/>
                </a:cubicBezTo>
                <a:lnTo>
                  <a:pt x="91279" y="165569"/>
                </a:lnTo>
                <a:cubicBezTo>
                  <a:pt x="86411" y="167824"/>
                  <a:pt x="80792" y="167824"/>
                  <a:pt x="75924" y="165569"/>
                </a:cubicBezTo>
                <a:lnTo>
                  <a:pt x="4541" y="132573"/>
                </a:lnTo>
                <a:cubicBezTo>
                  <a:pt x="1764" y="131266"/>
                  <a:pt x="0" y="128489"/>
                  <a:pt x="0" y="125451"/>
                </a:cubicBezTo>
                <a:cubicBezTo>
                  <a:pt x="0" y="122413"/>
                  <a:pt x="1764" y="119603"/>
                  <a:pt x="4541" y="118329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8" name="Text 16"/>
          <p:cNvSpPr/>
          <p:nvPr/>
        </p:nvSpPr>
        <p:spPr>
          <a:xfrm>
            <a:off x="780585" y="4091684"/>
            <a:ext cx="6281854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Breakdown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468038"/>
            <a:ext cx="6402659" cy="604024"/>
          </a:xfrm>
          <a:custGeom>
            <a:avLst/>
            <a:gdLst/>
            <a:ahLst/>
            <a:cxnLst/>
            <a:rect l="l" t="t" r="r" b="b"/>
            <a:pathLst>
              <a:path w="6402659" h="604024">
                <a:moveTo>
                  <a:pt x="74343" y="0"/>
                </a:moveTo>
                <a:lnTo>
                  <a:pt x="6328315" y="0"/>
                </a:lnTo>
                <a:cubicBezTo>
                  <a:pt x="6369374" y="0"/>
                  <a:pt x="6402659" y="33285"/>
                  <a:pt x="6402659" y="74343"/>
                </a:cubicBezTo>
                <a:lnTo>
                  <a:pt x="6402659" y="529681"/>
                </a:lnTo>
                <a:cubicBezTo>
                  <a:pt x="6402659" y="570740"/>
                  <a:pt x="6369374" y="604024"/>
                  <a:pt x="6328315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59" y="4584197"/>
            <a:ext cx="6235390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7659" y="4807221"/>
            <a:ext cx="6226098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.php template views with HTML layouts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5155697"/>
            <a:ext cx="6402659" cy="604024"/>
          </a:xfrm>
          <a:custGeom>
            <a:avLst/>
            <a:gdLst/>
            <a:ahLst/>
            <a:cxnLst/>
            <a:rect l="l" t="t" r="r" b="b"/>
            <a:pathLst>
              <a:path w="6402659" h="604024">
                <a:moveTo>
                  <a:pt x="74343" y="0"/>
                </a:moveTo>
                <a:lnTo>
                  <a:pt x="6328315" y="0"/>
                </a:lnTo>
                <a:cubicBezTo>
                  <a:pt x="6369374" y="0"/>
                  <a:pt x="6402659" y="33285"/>
                  <a:pt x="6402659" y="74343"/>
                </a:cubicBezTo>
                <a:lnTo>
                  <a:pt x="6402659" y="529681"/>
                </a:lnTo>
                <a:cubicBezTo>
                  <a:pt x="6402659" y="570740"/>
                  <a:pt x="6369374" y="604024"/>
                  <a:pt x="6328315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59" y="5271855"/>
            <a:ext cx="6235390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659" y="5494880"/>
            <a:ext cx="6226098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Vanilla JavaScript and lightweight jQuery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5843355"/>
            <a:ext cx="6402659" cy="604024"/>
          </a:xfrm>
          <a:custGeom>
            <a:avLst/>
            <a:gdLst/>
            <a:ahLst/>
            <a:cxnLst/>
            <a:rect l="l" t="t" r="r" b="b"/>
            <a:pathLst>
              <a:path w="6402659" h="604024">
                <a:moveTo>
                  <a:pt x="74343" y="0"/>
                </a:moveTo>
                <a:lnTo>
                  <a:pt x="6328315" y="0"/>
                </a:lnTo>
                <a:cubicBezTo>
                  <a:pt x="6369374" y="0"/>
                  <a:pt x="6402659" y="33285"/>
                  <a:pt x="6402659" y="74343"/>
                </a:cubicBezTo>
                <a:lnTo>
                  <a:pt x="6402659" y="529681"/>
                </a:lnTo>
                <a:cubicBezTo>
                  <a:pt x="6402659" y="570740"/>
                  <a:pt x="6369374" y="604024"/>
                  <a:pt x="6328315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59" y="5959514"/>
            <a:ext cx="6235390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Persistence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7659" y="6182538"/>
            <a:ext cx="6226098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with Database.php and PDO singletons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4451" y="1305622"/>
            <a:ext cx="4451195" cy="3577683"/>
          </a:xfrm>
          <a:custGeom>
            <a:avLst/>
            <a:gdLst/>
            <a:ahLst/>
            <a:cxnLst/>
            <a:rect l="l" t="t" r="r" b="b"/>
            <a:pathLst>
              <a:path w="4451195" h="3577683">
                <a:moveTo>
                  <a:pt x="111516" y="0"/>
                </a:moveTo>
                <a:lnTo>
                  <a:pt x="4339679" y="0"/>
                </a:lnTo>
                <a:cubicBezTo>
                  <a:pt x="4401268" y="0"/>
                  <a:pt x="4451195" y="49928"/>
                  <a:pt x="4451195" y="111516"/>
                </a:cubicBezTo>
                <a:lnTo>
                  <a:pt x="4451195" y="3466167"/>
                </a:lnTo>
                <a:cubicBezTo>
                  <a:pt x="4451195" y="3527755"/>
                  <a:pt x="4401268" y="3577683"/>
                  <a:pt x="4339679" y="3577683"/>
                </a:cubicBezTo>
                <a:lnTo>
                  <a:pt x="111516" y="3577683"/>
                </a:lnTo>
                <a:cubicBezTo>
                  <a:pt x="49928" y="3577683"/>
                  <a:pt x="0" y="3527755"/>
                  <a:pt x="0" y="3466167"/>
                </a:cubicBezTo>
                <a:lnTo>
                  <a:pt x="0" y="111516"/>
                </a:lnTo>
                <a:cubicBezTo>
                  <a:pt x="0" y="49969"/>
                  <a:pt x="49969" y="0"/>
                  <a:pt x="111516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270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78183" y="1542585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57498" y="18295"/>
                </a:moveTo>
                <a:lnTo>
                  <a:pt x="57498" y="31363"/>
                </a:lnTo>
                <a:lnTo>
                  <a:pt x="109770" y="31363"/>
                </a:lnTo>
                <a:lnTo>
                  <a:pt x="109770" y="18295"/>
                </a:lnTo>
                <a:cubicBezTo>
                  <a:pt x="109770" y="16858"/>
                  <a:pt x="108594" y="15681"/>
                  <a:pt x="107156" y="15681"/>
                </a:cubicBezTo>
                <a:lnTo>
                  <a:pt x="60112" y="15681"/>
                </a:lnTo>
                <a:cubicBezTo>
                  <a:pt x="58675" y="15681"/>
                  <a:pt x="57498" y="16858"/>
                  <a:pt x="57498" y="18295"/>
                </a:cubicBezTo>
                <a:close/>
                <a:moveTo>
                  <a:pt x="41817" y="31363"/>
                </a:moveTo>
                <a:lnTo>
                  <a:pt x="41817" y="18295"/>
                </a:lnTo>
                <a:cubicBezTo>
                  <a:pt x="41817" y="8200"/>
                  <a:pt x="50017" y="0"/>
                  <a:pt x="60112" y="0"/>
                </a:cubicBezTo>
                <a:lnTo>
                  <a:pt x="107156" y="0"/>
                </a:lnTo>
                <a:cubicBezTo>
                  <a:pt x="117251" y="0"/>
                  <a:pt x="125451" y="8200"/>
                  <a:pt x="125451" y="18295"/>
                </a:cubicBezTo>
                <a:lnTo>
                  <a:pt x="125451" y="31363"/>
                </a:lnTo>
                <a:lnTo>
                  <a:pt x="134631" y="31363"/>
                </a:lnTo>
                <a:cubicBezTo>
                  <a:pt x="138780" y="31363"/>
                  <a:pt x="142766" y="33029"/>
                  <a:pt x="145706" y="35969"/>
                </a:cubicBezTo>
                <a:lnTo>
                  <a:pt x="162662" y="52925"/>
                </a:lnTo>
                <a:cubicBezTo>
                  <a:pt x="165602" y="55865"/>
                  <a:pt x="167268" y="59851"/>
                  <a:pt x="167268" y="64000"/>
                </a:cubicBezTo>
                <a:lnTo>
                  <a:pt x="167268" y="88861"/>
                </a:lnTo>
                <a:lnTo>
                  <a:pt x="122838" y="88861"/>
                </a:lnTo>
                <a:lnTo>
                  <a:pt x="122838" y="83634"/>
                </a:lnTo>
                <a:cubicBezTo>
                  <a:pt x="122838" y="79289"/>
                  <a:pt x="119342" y="75793"/>
                  <a:pt x="114997" y="75793"/>
                </a:cubicBezTo>
                <a:cubicBezTo>
                  <a:pt x="110652" y="75793"/>
                  <a:pt x="107156" y="79289"/>
                  <a:pt x="107156" y="83634"/>
                </a:cubicBezTo>
                <a:lnTo>
                  <a:pt x="107156" y="88861"/>
                </a:lnTo>
                <a:lnTo>
                  <a:pt x="60112" y="88861"/>
                </a:lnTo>
                <a:lnTo>
                  <a:pt x="60112" y="83634"/>
                </a:lnTo>
                <a:cubicBezTo>
                  <a:pt x="60112" y="79289"/>
                  <a:pt x="56616" y="75793"/>
                  <a:pt x="52271" y="75793"/>
                </a:cubicBezTo>
                <a:cubicBezTo>
                  <a:pt x="47926" y="75793"/>
                  <a:pt x="44431" y="79289"/>
                  <a:pt x="44431" y="83634"/>
                </a:cubicBezTo>
                <a:lnTo>
                  <a:pt x="44431" y="88861"/>
                </a:lnTo>
                <a:lnTo>
                  <a:pt x="0" y="88861"/>
                </a:lnTo>
                <a:lnTo>
                  <a:pt x="0" y="64000"/>
                </a:lnTo>
                <a:cubicBezTo>
                  <a:pt x="0" y="59851"/>
                  <a:pt x="1666" y="55865"/>
                  <a:pt x="4606" y="52925"/>
                </a:cubicBezTo>
                <a:lnTo>
                  <a:pt x="21562" y="35969"/>
                </a:lnTo>
                <a:cubicBezTo>
                  <a:pt x="24502" y="33029"/>
                  <a:pt x="28488" y="31363"/>
                  <a:pt x="32637" y="31363"/>
                </a:cubicBezTo>
                <a:lnTo>
                  <a:pt x="41817" y="31363"/>
                </a:lnTo>
                <a:close/>
                <a:moveTo>
                  <a:pt x="0" y="135905"/>
                </a:moveTo>
                <a:lnTo>
                  <a:pt x="0" y="104543"/>
                </a:lnTo>
                <a:lnTo>
                  <a:pt x="44431" y="104543"/>
                </a:lnTo>
                <a:lnTo>
                  <a:pt x="44431" y="109770"/>
                </a:lnTo>
                <a:cubicBezTo>
                  <a:pt x="44431" y="114115"/>
                  <a:pt x="47926" y="117611"/>
                  <a:pt x="52271" y="117611"/>
                </a:cubicBezTo>
                <a:cubicBezTo>
                  <a:pt x="56616" y="117611"/>
                  <a:pt x="60112" y="114115"/>
                  <a:pt x="60112" y="109770"/>
                </a:cubicBezTo>
                <a:lnTo>
                  <a:pt x="60112" y="104543"/>
                </a:lnTo>
                <a:lnTo>
                  <a:pt x="107156" y="104543"/>
                </a:lnTo>
                <a:lnTo>
                  <a:pt x="107156" y="109770"/>
                </a:lnTo>
                <a:cubicBezTo>
                  <a:pt x="107156" y="114115"/>
                  <a:pt x="110652" y="117611"/>
                  <a:pt x="114997" y="117611"/>
                </a:cubicBezTo>
                <a:cubicBezTo>
                  <a:pt x="119342" y="117611"/>
                  <a:pt x="122838" y="114115"/>
                  <a:pt x="122838" y="109770"/>
                </a:cubicBezTo>
                <a:lnTo>
                  <a:pt x="122838" y="104543"/>
                </a:lnTo>
                <a:lnTo>
                  <a:pt x="167268" y="104543"/>
                </a:lnTo>
                <a:lnTo>
                  <a:pt x="167268" y="135905"/>
                </a:lnTo>
                <a:cubicBezTo>
                  <a:pt x="167268" y="147438"/>
                  <a:pt x="157892" y="156814"/>
                  <a:pt x="146360" y="156814"/>
                </a:cubicBezTo>
                <a:lnTo>
                  <a:pt x="20909" y="156814"/>
                </a:lnTo>
                <a:cubicBezTo>
                  <a:pt x="9376" y="156814"/>
                  <a:pt x="0" y="147438"/>
                  <a:pt x="0" y="13590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0" name="Text 28"/>
          <p:cNvSpPr/>
          <p:nvPr/>
        </p:nvSpPr>
        <p:spPr>
          <a:xfrm>
            <a:off x="7768683" y="1496122"/>
            <a:ext cx="394009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59598" y="1909646"/>
            <a:ext cx="4060902" cy="604024"/>
          </a:xfrm>
          <a:custGeom>
            <a:avLst/>
            <a:gdLst/>
            <a:ahLst/>
            <a:cxnLst/>
            <a:rect l="l" t="t" r="r" b="b"/>
            <a:pathLst>
              <a:path w="4060902" h="604024">
                <a:moveTo>
                  <a:pt x="74343" y="0"/>
                </a:moveTo>
                <a:lnTo>
                  <a:pt x="3986559" y="0"/>
                </a:lnTo>
                <a:cubicBezTo>
                  <a:pt x="4027618" y="0"/>
                  <a:pt x="4060902" y="33285"/>
                  <a:pt x="4060902" y="74343"/>
                </a:cubicBezTo>
                <a:lnTo>
                  <a:pt x="4060902" y="529681"/>
                </a:lnTo>
                <a:cubicBezTo>
                  <a:pt x="4060902" y="570740"/>
                  <a:pt x="4027618" y="604024"/>
                  <a:pt x="3986559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75756" y="2025805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37171" y="0"/>
                </a:moveTo>
                <a:lnTo>
                  <a:pt x="334537" y="0"/>
                </a:lnTo>
                <a:cubicBezTo>
                  <a:pt x="355052" y="0"/>
                  <a:pt x="371707" y="16656"/>
                  <a:pt x="371707" y="37171"/>
                </a:cubicBezTo>
                <a:lnTo>
                  <a:pt x="371707" y="334537"/>
                </a:lnTo>
                <a:cubicBezTo>
                  <a:pt x="371707" y="355065"/>
                  <a:pt x="355065" y="371707"/>
                  <a:pt x="334537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01207" y="2128024"/>
            <a:ext cx="125451" cy="167268"/>
          </a:xfrm>
          <a:custGeom>
            <a:avLst/>
            <a:gdLst/>
            <a:ahLst/>
            <a:cxnLst/>
            <a:rect l="l" t="t" r="r" b="b"/>
            <a:pathLst>
              <a:path w="125451" h="167268">
                <a:moveTo>
                  <a:pt x="0" y="10454"/>
                </a:moveTo>
                <a:lnTo>
                  <a:pt x="11402" y="139760"/>
                </a:lnTo>
                <a:lnTo>
                  <a:pt x="62726" y="156814"/>
                </a:lnTo>
                <a:lnTo>
                  <a:pt x="114050" y="139760"/>
                </a:lnTo>
                <a:lnTo>
                  <a:pt x="125451" y="10454"/>
                </a:lnTo>
                <a:lnTo>
                  <a:pt x="0" y="10454"/>
                </a:lnTo>
                <a:close/>
                <a:moveTo>
                  <a:pt x="102288" y="36590"/>
                </a:moveTo>
                <a:lnTo>
                  <a:pt x="100720" y="52043"/>
                </a:lnTo>
                <a:lnTo>
                  <a:pt x="63052" y="68149"/>
                </a:lnTo>
                <a:lnTo>
                  <a:pt x="62954" y="68181"/>
                </a:lnTo>
                <a:lnTo>
                  <a:pt x="99381" y="68181"/>
                </a:lnTo>
                <a:lnTo>
                  <a:pt x="95199" y="116075"/>
                </a:lnTo>
                <a:lnTo>
                  <a:pt x="63118" y="125451"/>
                </a:lnTo>
                <a:lnTo>
                  <a:pt x="30840" y="115912"/>
                </a:lnTo>
                <a:lnTo>
                  <a:pt x="28749" y="91769"/>
                </a:lnTo>
                <a:lnTo>
                  <a:pt x="44725" y="91769"/>
                </a:lnTo>
                <a:lnTo>
                  <a:pt x="45770" y="104281"/>
                </a:lnTo>
                <a:lnTo>
                  <a:pt x="62954" y="108626"/>
                </a:lnTo>
                <a:lnTo>
                  <a:pt x="80825" y="103595"/>
                </a:lnTo>
                <a:lnTo>
                  <a:pt x="82033" y="83471"/>
                </a:lnTo>
                <a:lnTo>
                  <a:pt x="27704" y="83307"/>
                </a:lnTo>
                <a:lnTo>
                  <a:pt x="27704" y="83275"/>
                </a:lnTo>
                <a:lnTo>
                  <a:pt x="27638" y="83307"/>
                </a:lnTo>
                <a:lnTo>
                  <a:pt x="26462" y="68181"/>
                </a:lnTo>
                <a:lnTo>
                  <a:pt x="63085" y="52925"/>
                </a:lnTo>
                <a:lnTo>
                  <a:pt x="65208" y="52043"/>
                </a:lnTo>
                <a:lnTo>
                  <a:pt x="25058" y="52043"/>
                </a:lnTo>
                <a:lnTo>
                  <a:pt x="23163" y="36590"/>
                </a:lnTo>
                <a:lnTo>
                  <a:pt x="102288" y="3659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4" name="Text 32"/>
          <p:cNvSpPr/>
          <p:nvPr/>
        </p:nvSpPr>
        <p:spPr>
          <a:xfrm>
            <a:off x="8158976" y="2044390"/>
            <a:ext cx="341041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TailwindCSS v3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58976" y="2230244"/>
            <a:ext cx="3401122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CDN with dynamic tailwind.config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59598" y="2634476"/>
            <a:ext cx="4060902" cy="604024"/>
          </a:xfrm>
          <a:custGeom>
            <a:avLst/>
            <a:gdLst/>
            <a:ahLst/>
            <a:cxnLst/>
            <a:rect l="l" t="t" r="r" b="b"/>
            <a:pathLst>
              <a:path w="4060902" h="604024">
                <a:moveTo>
                  <a:pt x="74343" y="0"/>
                </a:moveTo>
                <a:lnTo>
                  <a:pt x="3986559" y="0"/>
                </a:lnTo>
                <a:cubicBezTo>
                  <a:pt x="4027618" y="0"/>
                  <a:pt x="4060902" y="33285"/>
                  <a:pt x="4060902" y="74343"/>
                </a:cubicBezTo>
                <a:lnTo>
                  <a:pt x="4060902" y="529681"/>
                </a:lnTo>
                <a:cubicBezTo>
                  <a:pt x="4060902" y="570740"/>
                  <a:pt x="4027618" y="604024"/>
                  <a:pt x="3986559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75756" y="2750634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37171" y="0"/>
                </a:moveTo>
                <a:lnTo>
                  <a:pt x="334537" y="0"/>
                </a:lnTo>
                <a:cubicBezTo>
                  <a:pt x="355052" y="0"/>
                  <a:pt x="371707" y="16656"/>
                  <a:pt x="371707" y="37171"/>
                </a:cubicBezTo>
                <a:lnTo>
                  <a:pt x="371707" y="334537"/>
                </a:lnTo>
                <a:cubicBezTo>
                  <a:pt x="371707" y="355065"/>
                  <a:pt x="355065" y="371707"/>
                  <a:pt x="334537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90753" y="2852854"/>
            <a:ext cx="146360" cy="167268"/>
          </a:xfrm>
          <a:custGeom>
            <a:avLst/>
            <a:gdLst/>
            <a:ahLst/>
            <a:cxnLst/>
            <a:rect l="l" t="t" r="r" b="b"/>
            <a:pathLst>
              <a:path w="146360" h="167268">
                <a:moveTo>
                  <a:pt x="0" y="10454"/>
                </a:moveTo>
                <a:lnTo>
                  <a:pt x="0" y="156814"/>
                </a:lnTo>
                <a:lnTo>
                  <a:pt x="146360" y="156814"/>
                </a:lnTo>
                <a:lnTo>
                  <a:pt x="146360" y="10454"/>
                </a:lnTo>
                <a:lnTo>
                  <a:pt x="0" y="10454"/>
                </a:lnTo>
                <a:close/>
                <a:moveTo>
                  <a:pt x="79648" y="124602"/>
                </a:moveTo>
                <a:cubicBezTo>
                  <a:pt x="79648" y="138846"/>
                  <a:pt x="71285" y="145347"/>
                  <a:pt x="59099" y="145347"/>
                </a:cubicBezTo>
                <a:cubicBezTo>
                  <a:pt x="48090" y="145347"/>
                  <a:pt x="41719" y="139662"/>
                  <a:pt x="38452" y="132769"/>
                </a:cubicBezTo>
                <a:lnTo>
                  <a:pt x="49658" y="126007"/>
                </a:lnTo>
                <a:cubicBezTo>
                  <a:pt x="51814" y="129829"/>
                  <a:pt x="53774" y="133063"/>
                  <a:pt x="58511" y="133063"/>
                </a:cubicBezTo>
                <a:cubicBezTo>
                  <a:pt x="63020" y="133063"/>
                  <a:pt x="65895" y="131299"/>
                  <a:pt x="65895" y="124406"/>
                </a:cubicBezTo>
                <a:lnTo>
                  <a:pt x="65895" y="77656"/>
                </a:lnTo>
                <a:lnTo>
                  <a:pt x="79648" y="77656"/>
                </a:lnTo>
                <a:lnTo>
                  <a:pt x="79648" y="124602"/>
                </a:lnTo>
                <a:close/>
                <a:moveTo>
                  <a:pt x="112187" y="145347"/>
                </a:moveTo>
                <a:cubicBezTo>
                  <a:pt x="99414" y="145347"/>
                  <a:pt x="91148" y="139270"/>
                  <a:pt x="87130" y="131299"/>
                </a:cubicBezTo>
                <a:lnTo>
                  <a:pt x="98335" y="124830"/>
                </a:lnTo>
                <a:cubicBezTo>
                  <a:pt x="101276" y="129633"/>
                  <a:pt x="105131" y="133194"/>
                  <a:pt x="111893" y="133194"/>
                </a:cubicBezTo>
                <a:cubicBezTo>
                  <a:pt x="117578" y="133194"/>
                  <a:pt x="121237" y="130352"/>
                  <a:pt x="121237" y="126399"/>
                </a:cubicBezTo>
                <a:cubicBezTo>
                  <a:pt x="121237" y="121694"/>
                  <a:pt x="117513" y="120028"/>
                  <a:pt x="111207" y="117251"/>
                </a:cubicBezTo>
                <a:lnTo>
                  <a:pt x="107777" y="115781"/>
                </a:lnTo>
                <a:cubicBezTo>
                  <a:pt x="97845" y="111567"/>
                  <a:pt x="91279" y="106242"/>
                  <a:pt x="91279" y="95036"/>
                </a:cubicBezTo>
                <a:cubicBezTo>
                  <a:pt x="91279" y="84712"/>
                  <a:pt x="99152" y="76872"/>
                  <a:pt x="111403" y="76872"/>
                </a:cubicBezTo>
                <a:cubicBezTo>
                  <a:pt x="120159" y="76872"/>
                  <a:pt x="126431" y="79910"/>
                  <a:pt x="130940" y="87881"/>
                </a:cubicBezTo>
                <a:lnTo>
                  <a:pt x="120224" y="94742"/>
                </a:lnTo>
                <a:cubicBezTo>
                  <a:pt x="117872" y="90527"/>
                  <a:pt x="115324" y="88861"/>
                  <a:pt x="111371" y="88861"/>
                </a:cubicBezTo>
                <a:cubicBezTo>
                  <a:pt x="107352" y="88861"/>
                  <a:pt x="104804" y="91410"/>
                  <a:pt x="104804" y="94742"/>
                </a:cubicBezTo>
                <a:cubicBezTo>
                  <a:pt x="104804" y="98858"/>
                  <a:pt x="107352" y="100524"/>
                  <a:pt x="113265" y="103105"/>
                </a:cubicBezTo>
                <a:lnTo>
                  <a:pt x="116696" y="104575"/>
                </a:lnTo>
                <a:cubicBezTo>
                  <a:pt x="128391" y="109574"/>
                  <a:pt x="134958" y="114703"/>
                  <a:pt x="134958" y="126203"/>
                </a:cubicBezTo>
                <a:cubicBezTo>
                  <a:pt x="134958" y="138552"/>
                  <a:pt x="125223" y="145347"/>
                  <a:pt x="112187" y="14534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9" name="Text 37"/>
          <p:cNvSpPr/>
          <p:nvPr/>
        </p:nvSpPr>
        <p:spPr>
          <a:xfrm>
            <a:off x="8158976" y="2769220"/>
            <a:ext cx="341041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jQuery 3.7.1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58976" y="2955073"/>
            <a:ext cx="3401122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JavaScript library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59598" y="3359305"/>
            <a:ext cx="4060902" cy="604024"/>
          </a:xfrm>
          <a:custGeom>
            <a:avLst/>
            <a:gdLst/>
            <a:ahLst/>
            <a:cxnLst/>
            <a:rect l="l" t="t" r="r" b="b"/>
            <a:pathLst>
              <a:path w="4060902" h="604024">
                <a:moveTo>
                  <a:pt x="74343" y="0"/>
                </a:moveTo>
                <a:lnTo>
                  <a:pt x="3986559" y="0"/>
                </a:lnTo>
                <a:cubicBezTo>
                  <a:pt x="4027618" y="0"/>
                  <a:pt x="4060902" y="33285"/>
                  <a:pt x="4060902" y="74343"/>
                </a:cubicBezTo>
                <a:lnTo>
                  <a:pt x="4060902" y="529681"/>
                </a:lnTo>
                <a:cubicBezTo>
                  <a:pt x="4060902" y="570740"/>
                  <a:pt x="4027618" y="604024"/>
                  <a:pt x="3986559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75756" y="3475463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37171" y="0"/>
                </a:moveTo>
                <a:lnTo>
                  <a:pt x="334537" y="0"/>
                </a:lnTo>
                <a:cubicBezTo>
                  <a:pt x="355052" y="0"/>
                  <a:pt x="371707" y="16656"/>
                  <a:pt x="371707" y="37171"/>
                </a:cubicBezTo>
                <a:lnTo>
                  <a:pt x="371707" y="334537"/>
                </a:lnTo>
                <a:cubicBezTo>
                  <a:pt x="371707" y="355065"/>
                  <a:pt x="355065" y="371707"/>
                  <a:pt x="334537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780299" y="3577683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15681" y="20909"/>
                </a:moveTo>
                <a:cubicBezTo>
                  <a:pt x="7024" y="20909"/>
                  <a:pt x="0" y="27932"/>
                  <a:pt x="0" y="36590"/>
                </a:cubicBezTo>
                <a:cubicBezTo>
                  <a:pt x="0" y="41523"/>
                  <a:pt x="2320" y="46162"/>
                  <a:pt x="6273" y="49135"/>
                </a:cubicBezTo>
                <a:lnTo>
                  <a:pt x="74225" y="100100"/>
                </a:lnTo>
                <a:cubicBezTo>
                  <a:pt x="79812" y="104281"/>
                  <a:pt x="87456" y="104281"/>
                  <a:pt x="93043" y="100100"/>
                </a:cubicBezTo>
                <a:lnTo>
                  <a:pt x="160996" y="49135"/>
                </a:lnTo>
                <a:cubicBezTo>
                  <a:pt x="164949" y="46162"/>
                  <a:pt x="167268" y="41523"/>
                  <a:pt x="167268" y="36590"/>
                </a:cubicBezTo>
                <a:cubicBezTo>
                  <a:pt x="167268" y="27932"/>
                  <a:pt x="160244" y="20909"/>
                  <a:pt x="151587" y="20909"/>
                </a:cubicBezTo>
                <a:lnTo>
                  <a:pt x="15681" y="20909"/>
                </a:lnTo>
                <a:close/>
                <a:moveTo>
                  <a:pt x="0" y="64032"/>
                </a:moveTo>
                <a:lnTo>
                  <a:pt x="0" y="125451"/>
                </a:lnTo>
                <a:cubicBezTo>
                  <a:pt x="0" y="136984"/>
                  <a:pt x="9376" y="146360"/>
                  <a:pt x="20909" y="146360"/>
                </a:cubicBezTo>
                <a:lnTo>
                  <a:pt x="146360" y="146360"/>
                </a:lnTo>
                <a:cubicBezTo>
                  <a:pt x="157892" y="146360"/>
                  <a:pt x="167268" y="136984"/>
                  <a:pt x="167268" y="125451"/>
                </a:cubicBezTo>
                <a:lnTo>
                  <a:pt x="167268" y="64032"/>
                </a:lnTo>
                <a:lnTo>
                  <a:pt x="102452" y="112645"/>
                </a:lnTo>
                <a:cubicBezTo>
                  <a:pt x="91311" y="121008"/>
                  <a:pt x="75957" y="121008"/>
                  <a:pt x="64816" y="112645"/>
                </a:cubicBezTo>
                <a:lnTo>
                  <a:pt x="0" y="6403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4" name="Text 42"/>
          <p:cNvSpPr/>
          <p:nvPr/>
        </p:nvSpPr>
        <p:spPr>
          <a:xfrm>
            <a:off x="8158976" y="3494049"/>
            <a:ext cx="341041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PHPMailer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58976" y="3679902"/>
            <a:ext cx="3401122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email utility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9598" y="4084134"/>
            <a:ext cx="4060902" cy="604024"/>
          </a:xfrm>
          <a:custGeom>
            <a:avLst/>
            <a:gdLst/>
            <a:ahLst/>
            <a:cxnLst/>
            <a:rect l="l" t="t" r="r" b="b"/>
            <a:pathLst>
              <a:path w="4060902" h="604024">
                <a:moveTo>
                  <a:pt x="74343" y="0"/>
                </a:moveTo>
                <a:lnTo>
                  <a:pt x="3986559" y="0"/>
                </a:lnTo>
                <a:cubicBezTo>
                  <a:pt x="4027618" y="0"/>
                  <a:pt x="4060902" y="33285"/>
                  <a:pt x="4060902" y="74343"/>
                </a:cubicBezTo>
                <a:lnTo>
                  <a:pt x="4060902" y="529681"/>
                </a:lnTo>
                <a:cubicBezTo>
                  <a:pt x="4060902" y="570740"/>
                  <a:pt x="4027618" y="604024"/>
                  <a:pt x="3986559" y="604024"/>
                </a:cubicBezTo>
                <a:lnTo>
                  <a:pt x="74343" y="604024"/>
                </a:lnTo>
                <a:cubicBezTo>
                  <a:pt x="33285" y="604024"/>
                  <a:pt x="0" y="570740"/>
                  <a:pt x="0" y="529681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C9A86A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75756" y="4200293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37171" y="0"/>
                </a:moveTo>
                <a:lnTo>
                  <a:pt x="334537" y="0"/>
                </a:lnTo>
                <a:cubicBezTo>
                  <a:pt x="355052" y="0"/>
                  <a:pt x="371707" y="16656"/>
                  <a:pt x="371707" y="37171"/>
                </a:cubicBezTo>
                <a:lnTo>
                  <a:pt x="371707" y="334537"/>
                </a:lnTo>
                <a:cubicBezTo>
                  <a:pt x="371707" y="355065"/>
                  <a:pt x="355065" y="371707"/>
                  <a:pt x="334537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790753" y="4302512"/>
            <a:ext cx="146360" cy="167268"/>
          </a:xfrm>
          <a:custGeom>
            <a:avLst/>
            <a:gdLst/>
            <a:ahLst/>
            <a:cxnLst/>
            <a:rect l="l" t="t" r="r" b="b"/>
            <a:pathLst>
              <a:path w="146360" h="167268">
                <a:moveTo>
                  <a:pt x="146360" y="67234"/>
                </a:moveTo>
                <a:cubicBezTo>
                  <a:pt x="141525" y="70436"/>
                  <a:pt x="135971" y="73017"/>
                  <a:pt x="130188" y="75075"/>
                </a:cubicBezTo>
                <a:cubicBezTo>
                  <a:pt x="114834" y="80563"/>
                  <a:pt x="94676" y="83634"/>
                  <a:pt x="73180" y="83634"/>
                </a:cubicBezTo>
                <a:cubicBezTo>
                  <a:pt x="51683" y="83634"/>
                  <a:pt x="31493" y="80531"/>
                  <a:pt x="16171" y="75075"/>
                </a:cubicBezTo>
                <a:cubicBezTo>
                  <a:pt x="10422" y="73017"/>
                  <a:pt x="4835" y="70436"/>
                  <a:pt x="0" y="67234"/>
                </a:cubicBezTo>
                <a:lnTo>
                  <a:pt x="0" y="94088"/>
                </a:lnTo>
                <a:cubicBezTo>
                  <a:pt x="0" y="108528"/>
                  <a:pt x="32768" y="120224"/>
                  <a:pt x="73180" y="120224"/>
                </a:cubicBezTo>
                <a:cubicBezTo>
                  <a:pt x="113592" y="120224"/>
                  <a:pt x="146360" y="108528"/>
                  <a:pt x="146360" y="94088"/>
                </a:cubicBezTo>
                <a:lnTo>
                  <a:pt x="146360" y="67234"/>
                </a:lnTo>
                <a:close/>
                <a:moveTo>
                  <a:pt x="146360" y="41817"/>
                </a:moveTo>
                <a:lnTo>
                  <a:pt x="146360" y="26136"/>
                </a:lnTo>
                <a:cubicBezTo>
                  <a:pt x="146360" y="11696"/>
                  <a:pt x="113592" y="0"/>
                  <a:pt x="73180" y="0"/>
                </a:cubicBezTo>
                <a:cubicBezTo>
                  <a:pt x="32768" y="0"/>
                  <a:pt x="0" y="11696"/>
                  <a:pt x="0" y="26136"/>
                </a:cubicBezTo>
                <a:lnTo>
                  <a:pt x="0" y="41817"/>
                </a:lnTo>
                <a:cubicBezTo>
                  <a:pt x="0" y="56257"/>
                  <a:pt x="32768" y="67953"/>
                  <a:pt x="73180" y="67953"/>
                </a:cubicBezTo>
                <a:cubicBezTo>
                  <a:pt x="113592" y="67953"/>
                  <a:pt x="146360" y="56257"/>
                  <a:pt x="146360" y="41817"/>
                </a:cubicBezTo>
                <a:close/>
                <a:moveTo>
                  <a:pt x="130188" y="127346"/>
                </a:moveTo>
                <a:cubicBezTo>
                  <a:pt x="114866" y="132802"/>
                  <a:pt x="94709" y="135905"/>
                  <a:pt x="73180" y="135905"/>
                </a:cubicBezTo>
                <a:cubicBezTo>
                  <a:pt x="51651" y="135905"/>
                  <a:pt x="31493" y="132802"/>
                  <a:pt x="16171" y="127346"/>
                </a:cubicBezTo>
                <a:cubicBezTo>
                  <a:pt x="10422" y="125288"/>
                  <a:pt x="4835" y="122707"/>
                  <a:pt x="0" y="119505"/>
                </a:cubicBezTo>
                <a:lnTo>
                  <a:pt x="0" y="141133"/>
                </a:lnTo>
                <a:cubicBezTo>
                  <a:pt x="0" y="155573"/>
                  <a:pt x="32768" y="167268"/>
                  <a:pt x="73180" y="167268"/>
                </a:cubicBezTo>
                <a:cubicBezTo>
                  <a:pt x="113592" y="167268"/>
                  <a:pt x="146360" y="155573"/>
                  <a:pt x="146360" y="141133"/>
                </a:cubicBezTo>
                <a:lnTo>
                  <a:pt x="146360" y="119505"/>
                </a:lnTo>
                <a:cubicBezTo>
                  <a:pt x="141525" y="122707"/>
                  <a:pt x="135971" y="125288"/>
                  <a:pt x="130188" y="12734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9" name="Text 47"/>
          <p:cNvSpPr/>
          <p:nvPr/>
        </p:nvSpPr>
        <p:spPr>
          <a:xfrm>
            <a:off x="8158976" y="4218878"/>
            <a:ext cx="3410415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+ PDO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58976" y="4404732"/>
            <a:ext cx="3401122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with singleton pattern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36053B6839D40A336E3E56EDFE53A" ma:contentTypeVersion="11" ma:contentTypeDescription="Create a new document." ma:contentTypeScope="" ma:versionID="f20a9fd7ddbe4215962af0317db33091">
  <xsd:schema xmlns:xsd="http://www.w3.org/2001/XMLSchema" xmlns:xs="http://www.w3.org/2001/XMLSchema" xmlns:p="http://schemas.microsoft.com/office/2006/metadata/properties" xmlns:ns2="098fd328-39f6-4e8f-8c68-01fc602bdeb2" xmlns:ns3="52a9020b-eb93-44d2-b099-2b6916e20a20" targetNamespace="http://schemas.microsoft.com/office/2006/metadata/properties" ma:root="true" ma:fieldsID="025965354b4317c6080a67c84141bf87" ns2:_="" ns3:_="">
    <xsd:import namespace="098fd328-39f6-4e8f-8c68-01fc602bdeb2"/>
    <xsd:import namespace="52a9020b-eb93-44d2-b099-2b6916e20a2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fd328-39f6-4e8f-8c68-01fc602bdeb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34f2db7-5c9e-4885-aa5f-8b428826e2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a9020b-eb93-44d2-b099-2b6916e20a2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dec03b9-5165-4591-911a-a2d371ffb2fe}" ma:internalName="TaxCatchAll" ma:showField="CatchAllData" ma:web="52a9020b-eb93-44d2-b099-2b6916e20a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8fd328-39f6-4e8f-8c68-01fc602bdeb2">
      <Terms xmlns="http://schemas.microsoft.com/office/infopath/2007/PartnerControls"/>
    </lcf76f155ced4ddcb4097134ff3c332f>
    <ReferenceId xmlns="098fd328-39f6-4e8f-8c68-01fc602bdeb2" xsi:nil="true"/>
    <TaxCatchAll xmlns="52a9020b-eb93-44d2-b099-2b6916e20a20" xsi:nil="true"/>
  </documentManagement>
</p:properties>
</file>

<file path=customXml/itemProps1.xml><?xml version="1.0" encoding="utf-8"?>
<ds:datastoreItem xmlns:ds="http://schemas.openxmlformats.org/officeDocument/2006/customXml" ds:itemID="{BBBB63DF-EC28-4D11-8FE8-A47A75C0530A}"/>
</file>

<file path=customXml/itemProps2.xml><?xml version="1.0" encoding="utf-8"?>
<ds:datastoreItem xmlns:ds="http://schemas.openxmlformats.org/officeDocument/2006/customXml" ds:itemID="{E2BDAE01-CFCE-47E6-9EE7-629E094C0292}"/>
</file>

<file path=customXml/itemProps3.xml><?xml version="1.0" encoding="utf-8"?>
<ds:datastoreItem xmlns:ds="http://schemas.openxmlformats.org/officeDocument/2006/customXml" ds:itemID="{01817AA6-82B8-4110-A4CA-71BD153347DF}"/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1732</Words>
  <Application>Microsoft Office PowerPoint</Application>
  <PresentationFormat>Widescreen</PresentationFormat>
  <Paragraphs>401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Liter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Expanded Implementation Audit &amp; Architectural Specifications</dc:title>
  <dc:subject>Expanded Implementation Audit &amp; Architectural Specifications</dc:subject>
  <dc:creator>Kimi</dc:creator>
  <cp:lastModifiedBy>Hemanth Kumar</cp:lastModifiedBy>
  <cp:revision>4</cp:revision>
  <dcterms:created xsi:type="dcterms:W3CDTF">2026-03-27T05:51:24Z</dcterms:created>
  <dcterms:modified xsi:type="dcterms:W3CDTF">2026-03-27T07:17:13Z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{"Label":"Expanded Implementation Audit &amp; Architectural Specifications","ContentProducer":"001191110108MACG2KBH8F10000","ProduceID":"19d2dcd0-9912-8b4a-8000-0000c9301c6f","ReservedCode1":"","ContentPropagator":"001191110108MACG2KBH8F20000","PropagateID":"19d2dcd0-9912-8b4a-8000-0000c9301c6f","ReservedCode2":""}</vt:lpwstr>
  </property>
  <property fmtid="{D5CDD505-2E9C-101B-9397-08002B2CF9AE}" pid="3" name="ContentTypeId">
    <vt:lpwstr>0x01010043B36053B6839D40A336E3E56EDFE53A</vt:lpwstr>
  </property>
</Properties>
</file>